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054" r:id="rId2"/>
  </p:sldIdLst>
  <p:sldSz cx="12192000" cy="6858000"/>
  <p:notesSz cx="6858000" cy="9144000"/>
  <p:defaultTextStyle>
    <a:defPPr>
      <a:defRPr lang="en-001"/>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407"/>
    <p:restoredTop sz="77266"/>
  </p:normalViewPr>
  <p:slideViewPr>
    <p:cSldViewPr snapToGrid="0">
      <p:cViewPr>
        <p:scale>
          <a:sx n="88" d="100"/>
          <a:sy n="88" d="100"/>
        </p:scale>
        <p:origin x="928" y="1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001"/>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BDF21A-4BCA-4638-9C8F-6054D41A5034}" type="datetimeFigureOut">
              <a:rPr lang="en-001" smtClean="0"/>
              <a:t>5/1/25</a:t>
            </a:fld>
            <a:endParaRPr lang="en-001"/>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001"/>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01"/>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001"/>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BAEFC4-BF66-48FB-A21D-1FC90713B742}" type="slidenum">
              <a:rPr lang="en-001" smtClean="0"/>
              <a:t>‹#›</a:t>
            </a:fld>
            <a:endParaRPr lang="en-001"/>
          </a:p>
        </p:txBody>
      </p:sp>
    </p:spTree>
    <p:extLst>
      <p:ext uri="{BB962C8B-B14F-4D97-AF65-F5344CB8AC3E}">
        <p14:creationId xmlns:p14="http://schemas.microsoft.com/office/powerpoint/2010/main" val="1717889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3E214-9DE0-99F0-D683-A7A5F479A05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B343D51-8EE2-C53B-4A69-23CEDB351D2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E6F0B95-BE7B-0044-848E-F4F3E188CA16}"/>
              </a:ext>
            </a:extLst>
          </p:cNvPr>
          <p:cNvSpPr>
            <a:spLocks noGrp="1"/>
          </p:cNvSpPr>
          <p:nvPr>
            <p:ph type="body" idx="1"/>
          </p:nvPr>
        </p:nvSpPr>
        <p:spPr/>
        <p:txBody>
          <a:bodyPr/>
          <a:lstStyle/>
          <a:p>
            <a:pPr>
              <a:buNone/>
            </a:pPr>
            <a:r>
              <a:rPr lang="en-US" b="1" dirty="0"/>
              <a:t>Introduction to a Key Concept in Land Surface Modeling: “Big Leaf” vs. “Big Tree”</a:t>
            </a:r>
          </a:p>
          <a:p>
            <a:pPr>
              <a:buNone/>
            </a:pPr>
            <a:r>
              <a:rPr lang="en-US" dirty="0"/>
              <a:t>Hi everyone! Today I’ll introduce a basic concept in land surface modeling: the difference between the </a:t>
            </a:r>
            <a:r>
              <a:rPr lang="en-US" b="1" dirty="0"/>
              <a:t>“Big Leaf”</a:t>
            </a:r>
            <a:r>
              <a:rPr lang="en-US" dirty="0"/>
              <a:t> and </a:t>
            </a:r>
            <a:r>
              <a:rPr lang="en-US" b="1" dirty="0"/>
              <a:t>“Big Tree”</a:t>
            </a:r>
            <a:r>
              <a:rPr lang="en-US" dirty="0"/>
              <a:t> approaches. This idea is important because it affects how we simulate water and carbon movement through ecosystems — which is critical for understanding droughts, agriculture, and climate change.</a:t>
            </a:r>
          </a:p>
          <a:p>
            <a:pPr>
              <a:buNone/>
            </a:pPr>
            <a:r>
              <a:rPr lang="en-US" b="1" dirty="0"/>
              <a:t>1. Start with a Simple Analogy</a:t>
            </a:r>
          </a:p>
          <a:p>
            <a:pPr>
              <a:buNone/>
            </a:pPr>
            <a:r>
              <a:rPr lang="en-US" dirty="0"/>
              <a:t>Think of a plant as a machine that moves water from the soil to the atmosphere and uses carbon from the air to grow. To simulate how this works, scientists use computer models. But how detailed these models are can make a big difference.</a:t>
            </a:r>
          </a:p>
          <a:p>
            <a:pPr>
              <a:buNone/>
            </a:pPr>
            <a:r>
              <a:rPr lang="en-US" b="1" dirty="0"/>
              <a:t>2. What is the "Big Leaf" Concept?</a:t>
            </a:r>
          </a:p>
          <a:p>
            <a:pPr>
              <a:buNone/>
            </a:pPr>
            <a:r>
              <a:rPr lang="en-US" dirty="0"/>
              <a:t>Most traditional land surface models, like </a:t>
            </a:r>
            <a:r>
              <a:rPr lang="en-US" b="1" dirty="0"/>
              <a:t>Noah-MP</a:t>
            </a:r>
            <a:r>
              <a:rPr lang="en-US" dirty="0"/>
              <a:t>, use what we call the </a:t>
            </a:r>
            <a:r>
              <a:rPr lang="en-US" b="1" dirty="0"/>
              <a:t>"Big Leaf"</a:t>
            </a:r>
            <a:r>
              <a:rPr lang="en-US" dirty="0"/>
              <a:t> concept (left side of the diagram).</a:t>
            </a:r>
          </a:p>
          <a:p>
            <a:pPr>
              <a:buFont typeface="Arial" panose="020B0604020202020204" pitchFamily="34" charset="0"/>
              <a:buChar char="•"/>
            </a:pPr>
            <a:r>
              <a:rPr lang="en-US" dirty="0"/>
              <a:t>Imagine all the plant leaves are combined into </a:t>
            </a:r>
            <a:r>
              <a:rPr lang="en-US" b="1" dirty="0"/>
              <a:t>one big leaf</a:t>
            </a:r>
            <a:r>
              <a:rPr lang="en-US" dirty="0"/>
              <a:t>.</a:t>
            </a:r>
          </a:p>
          <a:p>
            <a:pPr>
              <a:buFont typeface="Arial" panose="020B0604020202020204" pitchFamily="34" charset="0"/>
              <a:buChar char="•"/>
            </a:pPr>
            <a:r>
              <a:rPr lang="en-US" dirty="0"/>
              <a:t>This big leaf responds directly to </a:t>
            </a:r>
            <a:r>
              <a:rPr lang="en-US" b="1" dirty="0"/>
              <a:t>soil moisture</a:t>
            </a:r>
            <a:r>
              <a:rPr lang="en-US" dirty="0"/>
              <a:t>, meaning how wet the ground is.</a:t>
            </a:r>
          </a:p>
          <a:p>
            <a:pPr>
              <a:buFont typeface="Arial" panose="020B0604020202020204" pitchFamily="34" charset="0"/>
              <a:buChar char="•"/>
            </a:pPr>
            <a:r>
              <a:rPr lang="en-US" dirty="0"/>
              <a:t>It doesn't include the inner structure of the plant like stems or roots.</a:t>
            </a:r>
          </a:p>
          <a:p>
            <a:pPr>
              <a:buFont typeface="Arial" panose="020B0604020202020204" pitchFamily="34" charset="0"/>
              <a:buChar char="•"/>
            </a:pPr>
            <a:r>
              <a:rPr lang="en-US" dirty="0"/>
              <a:t>It uses </a:t>
            </a:r>
            <a:r>
              <a:rPr lang="en-US" b="1" dirty="0"/>
              <a:t>empirical formulas</a:t>
            </a:r>
            <a:r>
              <a:rPr lang="en-US" dirty="0"/>
              <a:t> — kind of like guessing based on past observations — to simulate how much water the plant loses and how much carbon it takes in.</a:t>
            </a:r>
          </a:p>
          <a:p>
            <a:pPr>
              <a:buNone/>
            </a:pPr>
            <a:r>
              <a:rPr lang="en-US" b="1" dirty="0"/>
              <a:t>Problems?</a:t>
            </a:r>
            <a:endParaRPr lang="en-US" dirty="0"/>
          </a:p>
          <a:p>
            <a:pPr>
              <a:buFont typeface="Arial" panose="020B0604020202020204" pitchFamily="34" charset="0"/>
              <a:buChar char="•"/>
            </a:pPr>
            <a:r>
              <a:rPr lang="en-US" dirty="0"/>
              <a:t>It oversimplifies how plants actually move water.</a:t>
            </a:r>
          </a:p>
          <a:p>
            <a:pPr>
              <a:buFont typeface="Arial" panose="020B0604020202020204" pitchFamily="34" charset="0"/>
              <a:buChar char="•"/>
            </a:pPr>
            <a:r>
              <a:rPr lang="en-US" dirty="0"/>
              <a:t>It introduces </a:t>
            </a:r>
            <a:r>
              <a:rPr lang="en-US" b="1" dirty="0"/>
              <a:t>uncertainties</a:t>
            </a:r>
            <a:r>
              <a:rPr lang="en-US" dirty="0"/>
              <a:t>, especially during droughts or extreme conditions.</a:t>
            </a:r>
          </a:p>
          <a:p>
            <a:pPr>
              <a:buNone/>
            </a:pPr>
            <a:r>
              <a:rPr lang="en-US" b="1" dirty="0"/>
              <a:t>3. What is the "Big Tree" Concept?</a:t>
            </a:r>
          </a:p>
          <a:p>
            <a:pPr>
              <a:buNone/>
            </a:pPr>
            <a:r>
              <a:rPr lang="en-US" dirty="0"/>
              <a:t>Now look at the right side of the diagram. The </a:t>
            </a:r>
            <a:r>
              <a:rPr lang="en-US" b="1" dirty="0"/>
              <a:t>"Big Tree"</a:t>
            </a:r>
            <a:r>
              <a:rPr lang="en-US" dirty="0"/>
              <a:t> approach, used in a new version called </a:t>
            </a:r>
            <a:r>
              <a:rPr lang="en-US" b="1" dirty="0"/>
              <a:t>Noah-MP-PHS</a:t>
            </a:r>
            <a:r>
              <a:rPr lang="en-US" dirty="0"/>
              <a:t>, adds </a:t>
            </a:r>
            <a:r>
              <a:rPr lang="en-US" b="1" dirty="0"/>
              <a:t>whole-plant hydraulics</a:t>
            </a:r>
            <a:r>
              <a:rPr lang="en-US" dirty="0"/>
              <a:t>.</a:t>
            </a:r>
          </a:p>
          <a:p>
            <a:pPr>
              <a:buNone/>
            </a:pPr>
            <a:r>
              <a:rPr lang="en-US" dirty="0"/>
              <a:t>This means:</a:t>
            </a:r>
          </a:p>
          <a:p>
            <a:pPr>
              <a:buFont typeface="Arial" panose="020B0604020202020204" pitchFamily="34" charset="0"/>
              <a:buChar char="•"/>
            </a:pPr>
            <a:r>
              <a:rPr lang="en-US" dirty="0"/>
              <a:t>Water is tracked all the way from the soil → through roots → up the stem → to the leaves.</a:t>
            </a:r>
          </a:p>
          <a:p>
            <a:pPr>
              <a:buFont typeface="Arial" panose="020B0604020202020204" pitchFamily="34" charset="0"/>
              <a:buChar char="•"/>
            </a:pPr>
            <a:r>
              <a:rPr lang="en-US" dirty="0"/>
              <a:t>It includes physical properties like:</a:t>
            </a:r>
          </a:p>
          <a:p>
            <a:pPr marL="742950" lvl="1" indent="-285750">
              <a:buFont typeface="Arial" panose="020B0604020202020204" pitchFamily="34" charset="0"/>
              <a:buChar char="•"/>
            </a:pPr>
            <a:r>
              <a:rPr lang="en-US" dirty="0"/>
              <a:t>Root and stem </a:t>
            </a:r>
            <a:r>
              <a:rPr lang="en-US" b="1" dirty="0"/>
              <a:t>conductance</a:t>
            </a:r>
            <a:r>
              <a:rPr lang="en-US" dirty="0"/>
              <a:t> (how easily water moves),</a:t>
            </a:r>
          </a:p>
          <a:p>
            <a:pPr marL="742950" lvl="1" indent="-285750">
              <a:buFont typeface="Arial" panose="020B0604020202020204" pitchFamily="34" charset="0"/>
              <a:buChar char="•"/>
            </a:pPr>
            <a:r>
              <a:rPr lang="en-US" dirty="0"/>
              <a:t>Stem and leaf </a:t>
            </a:r>
            <a:r>
              <a:rPr lang="en-US" b="1" dirty="0"/>
              <a:t>capacitance</a:t>
            </a:r>
            <a:r>
              <a:rPr lang="en-US" dirty="0"/>
              <a:t> (how much water they can hold temporarily),</a:t>
            </a:r>
          </a:p>
          <a:p>
            <a:pPr marL="742950" lvl="1" indent="-285750">
              <a:buFont typeface="Arial" panose="020B0604020202020204" pitchFamily="34" charset="0"/>
              <a:buChar char="•"/>
            </a:pPr>
            <a:r>
              <a:rPr lang="en-US" b="1" dirty="0"/>
              <a:t>Sap flow</a:t>
            </a:r>
            <a:r>
              <a:rPr lang="en-US" dirty="0"/>
              <a:t>, which is the actual movement of water inside the plant.</a:t>
            </a:r>
          </a:p>
          <a:p>
            <a:pPr>
              <a:buNone/>
            </a:pPr>
            <a:r>
              <a:rPr lang="en-US" dirty="0"/>
              <a:t>By modeling the full path of water, from </a:t>
            </a:r>
            <a:r>
              <a:rPr lang="en-US" b="1" dirty="0"/>
              <a:t>soil to air</a:t>
            </a:r>
            <a:r>
              <a:rPr lang="en-US" dirty="0"/>
              <a:t>, we reduce the uncertainties in simulating how plants behave under stress.</a:t>
            </a:r>
          </a:p>
          <a:p>
            <a:pPr>
              <a:buNone/>
            </a:pPr>
            <a:r>
              <a:rPr lang="en-US" b="1" dirty="0"/>
              <a:t>4. How Do We Test These Models?</a:t>
            </a:r>
          </a:p>
          <a:p>
            <a:pPr>
              <a:buNone/>
            </a:pPr>
            <a:r>
              <a:rPr lang="en-US" dirty="0"/>
              <a:t>On the far right of the diagram is a </a:t>
            </a:r>
            <a:r>
              <a:rPr lang="en-US" b="1" dirty="0"/>
              <a:t>flowchart</a:t>
            </a:r>
            <a:r>
              <a:rPr lang="en-US" dirty="0"/>
              <a:t> showing how we test if the new model works:</a:t>
            </a:r>
          </a:p>
          <a:p>
            <a:pPr>
              <a:buFont typeface="Arial" panose="020B0604020202020204" pitchFamily="34" charset="0"/>
              <a:buChar char="•"/>
            </a:pPr>
            <a:r>
              <a:rPr lang="en-US" dirty="0"/>
              <a:t>We use a real-world site (US-Syv) and collect data from instruments like the </a:t>
            </a:r>
            <a:r>
              <a:rPr lang="en-US" b="1" dirty="0"/>
              <a:t>AmeriFlux tower</a:t>
            </a:r>
            <a:r>
              <a:rPr lang="en-US" dirty="0"/>
              <a:t>, which tells us how much water and carbon are going in and out of the ecosystem.</a:t>
            </a:r>
          </a:p>
          <a:p>
            <a:pPr>
              <a:buFont typeface="Arial" panose="020B0604020202020204" pitchFamily="34" charset="0"/>
              <a:buChar char="•"/>
            </a:pPr>
            <a:r>
              <a:rPr lang="en-US" dirty="0"/>
              <a:t>We run both models: </a:t>
            </a:r>
            <a:r>
              <a:rPr lang="en-US" b="1" dirty="0"/>
              <a:t>Noah-MP</a:t>
            </a:r>
            <a:r>
              <a:rPr lang="en-US" dirty="0"/>
              <a:t> and </a:t>
            </a:r>
            <a:r>
              <a:rPr lang="en-US" b="1" dirty="0"/>
              <a:t>Noah-MP-PHS</a:t>
            </a:r>
            <a:r>
              <a:rPr lang="en-US" dirty="0"/>
              <a:t>.</a:t>
            </a:r>
          </a:p>
          <a:p>
            <a:pPr>
              <a:buFont typeface="Arial" panose="020B0604020202020204" pitchFamily="34" charset="0"/>
              <a:buChar char="•"/>
            </a:pPr>
            <a:r>
              <a:rPr lang="en-US" dirty="0"/>
              <a:t>We compare model outputs to the </a:t>
            </a:r>
            <a:r>
              <a:rPr lang="en-US" b="1" dirty="0"/>
              <a:t>observed data</a:t>
            </a:r>
            <a:r>
              <a:rPr lang="en-US" dirty="0"/>
              <a:t>, using three metrics across three timescales.</a:t>
            </a:r>
          </a:p>
          <a:p>
            <a:pPr>
              <a:buFont typeface="Arial" panose="020B0604020202020204" pitchFamily="34" charset="0"/>
              <a:buChar char="•"/>
            </a:pPr>
            <a:r>
              <a:rPr lang="en-US" dirty="0"/>
              <a:t>Then we </a:t>
            </a:r>
            <a:r>
              <a:rPr lang="en-US" b="1" dirty="0"/>
              <a:t>draw conclusions</a:t>
            </a:r>
            <a:r>
              <a:rPr lang="en-US" dirty="0"/>
              <a:t>: does the Big Tree model better represent reality?</a:t>
            </a:r>
          </a:p>
          <a:p>
            <a:pPr>
              <a:buNone/>
            </a:pPr>
            <a:r>
              <a:rPr lang="en-US" b="1" dirty="0"/>
              <a:t>5. Why Does This Matter?</a:t>
            </a:r>
          </a:p>
          <a:p>
            <a:pPr>
              <a:buNone/>
            </a:pPr>
            <a:r>
              <a:rPr lang="en-US" dirty="0"/>
              <a:t>Understanding how plants interact with water is crucial for predicting drought impacts, managing agriculture, and forecasting climate change. The </a:t>
            </a:r>
            <a:r>
              <a:rPr lang="en-US" b="1" dirty="0"/>
              <a:t>Big Tree</a:t>
            </a:r>
            <a:r>
              <a:rPr lang="en-US" dirty="0"/>
              <a:t> model gives us a more realistic tool to simulate what’s happening in nature.</a:t>
            </a:r>
          </a:p>
          <a:p>
            <a:pPr>
              <a:buNone/>
            </a:pPr>
            <a:r>
              <a:rPr lang="en-US" b="1" dirty="0"/>
              <a:t>Closing</a:t>
            </a:r>
          </a:p>
          <a:p>
            <a:pPr>
              <a:buNone/>
            </a:pPr>
            <a:r>
              <a:rPr lang="en-US" dirty="0"/>
              <a:t>So, to summarize:</a:t>
            </a:r>
          </a:p>
          <a:p>
            <a:pPr>
              <a:buFont typeface="Arial" panose="020B0604020202020204" pitchFamily="34" charset="0"/>
              <a:buChar char="•"/>
            </a:pPr>
            <a:r>
              <a:rPr lang="en-US" b="1" dirty="0"/>
              <a:t>Big Leaf</a:t>
            </a:r>
            <a:r>
              <a:rPr lang="en-US" dirty="0"/>
              <a:t> is simple but introduces uncertainties.</a:t>
            </a:r>
          </a:p>
          <a:p>
            <a:pPr>
              <a:buFont typeface="Arial" panose="020B0604020202020204" pitchFamily="34" charset="0"/>
              <a:buChar char="•"/>
            </a:pPr>
            <a:r>
              <a:rPr lang="en-US" b="1" dirty="0"/>
              <a:t>Big Tree</a:t>
            </a:r>
            <a:r>
              <a:rPr lang="en-US" dirty="0"/>
              <a:t> is more realistic by modeling full plant water transport.</a:t>
            </a:r>
          </a:p>
          <a:p>
            <a:pPr>
              <a:buFont typeface="Arial" panose="020B0604020202020204" pitchFamily="34" charset="0"/>
              <a:buChar char="•"/>
            </a:pPr>
            <a:r>
              <a:rPr lang="en-US" dirty="0"/>
              <a:t>New models like </a:t>
            </a:r>
            <a:r>
              <a:rPr lang="en-US" b="1" dirty="0"/>
              <a:t>Noah-MP-PHS</a:t>
            </a:r>
            <a:r>
              <a:rPr lang="en-US" dirty="0"/>
              <a:t> aim to reduce simulation errors and improve predictions.</a:t>
            </a:r>
          </a:p>
          <a:p>
            <a:pPr>
              <a:buNone/>
            </a:pPr>
            <a:r>
              <a:rPr lang="en-US" b="1" dirty="0"/>
              <a:t>Ready for Questions</a:t>
            </a:r>
          </a:p>
          <a:p>
            <a:r>
              <a:rPr lang="en-US" dirty="0"/>
              <a:t>Now that you’ve seen the concept, I’d be happy to answer any questions you have!</a:t>
            </a:r>
          </a:p>
        </p:txBody>
      </p:sp>
      <p:sp>
        <p:nvSpPr>
          <p:cNvPr id="4" name="灯片编号占位符 3">
            <a:extLst>
              <a:ext uri="{FF2B5EF4-FFF2-40B4-BE49-F238E27FC236}">
                <a16:creationId xmlns:a16="http://schemas.microsoft.com/office/drawing/2014/main" id="{F0A74E3C-2C7C-F6B4-B1E1-40E097BEAF58}"/>
              </a:ext>
            </a:extLst>
          </p:cNvPr>
          <p:cNvSpPr>
            <a:spLocks noGrp="1"/>
          </p:cNvSpPr>
          <p:nvPr>
            <p:ph type="sldNum" sz="quarter" idx="5"/>
          </p:nvPr>
        </p:nvSpPr>
        <p:spPr/>
        <p:txBody>
          <a:bodyPr/>
          <a:lstStyle/>
          <a:p>
            <a:fld id="{0FE565E9-053B-4EFD-9589-E40A82B2D329}" type="slidenum">
              <a:rPr lang="zh-CN" altLang="en-US" smtClean="0"/>
              <a:t>1</a:t>
            </a:fld>
            <a:endParaRPr lang="zh-CN" altLang="en-US"/>
          </a:p>
        </p:txBody>
      </p:sp>
    </p:spTree>
    <p:extLst>
      <p:ext uri="{BB962C8B-B14F-4D97-AF65-F5344CB8AC3E}">
        <p14:creationId xmlns:p14="http://schemas.microsoft.com/office/powerpoint/2010/main" val="175332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CCADB-4FC6-4D25-9C7A-66E93D51DC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001"/>
          </a:p>
        </p:txBody>
      </p:sp>
      <p:sp>
        <p:nvSpPr>
          <p:cNvPr id="3" name="Subtitle 2">
            <a:extLst>
              <a:ext uri="{FF2B5EF4-FFF2-40B4-BE49-F238E27FC236}">
                <a16:creationId xmlns:a16="http://schemas.microsoft.com/office/drawing/2014/main" id="{5E1E78D1-3CCF-46E3-862C-72DCC29C5A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001"/>
          </a:p>
        </p:txBody>
      </p:sp>
      <p:sp>
        <p:nvSpPr>
          <p:cNvPr id="4" name="Date Placeholder 3">
            <a:extLst>
              <a:ext uri="{FF2B5EF4-FFF2-40B4-BE49-F238E27FC236}">
                <a16:creationId xmlns:a16="http://schemas.microsoft.com/office/drawing/2014/main" id="{F23C7223-2485-4FCE-A9BE-DF085085505B}"/>
              </a:ext>
            </a:extLst>
          </p:cNvPr>
          <p:cNvSpPr>
            <a:spLocks noGrp="1"/>
          </p:cNvSpPr>
          <p:nvPr>
            <p:ph type="dt" sz="half" idx="10"/>
          </p:nvPr>
        </p:nvSpPr>
        <p:spPr/>
        <p:txBody>
          <a:bodyPr/>
          <a:lstStyle/>
          <a:p>
            <a:fld id="{879A20B3-C5FA-4FED-B365-CC7D1EAD6AE8}" type="datetimeFigureOut">
              <a:rPr lang="en-001" smtClean="0"/>
              <a:t>5/1/25</a:t>
            </a:fld>
            <a:endParaRPr lang="en-001"/>
          </a:p>
        </p:txBody>
      </p:sp>
      <p:sp>
        <p:nvSpPr>
          <p:cNvPr id="5" name="Footer Placeholder 4">
            <a:extLst>
              <a:ext uri="{FF2B5EF4-FFF2-40B4-BE49-F238E27FC236}">
                <a16:creationId xmlns:a16="http://schemas.microsoft.com/office/drawing/2014/main" id="{B057956E-8300-44BB-9480-1C6093FA7E05}"/>
              </a:ext>
            </a:extLst>
          </p:cNvPr>
          <p:cNvSpPr>
            <a:spLocks noGrp="1"/>
          </p:cNvSpPr>
          <p:nvPr>
            <p:ph type="ftr" sz="quarter" idx="11"/>
          </p:nvPr>
        </p:nvSpPr>
        <p:spPr/>
        <p:txBody>
          <a:bodyPr/>
          <a:lstStyle/>
          <a:p>
            <a:endParaRPr lang="en-001"/>
          </a:p>
        </p:txBody>
      </p:sp>
      <p:sp>
        <p:nvSpPr>
          <p:cNvPr id="6" name="Slide Number Placeholder 5">
            <a:extLst>
              <a:ext uri="{FF2B5EF4-FFF2-40B4-BE49-F238E27FC236}">
                <a16:creationId xmlns:a16="http://schemas.microsoft.com/office/drawing/2014/main" id="{16DA3B0D-1B9E-4163-84EF-B36B22908C25}"/>
              </a:ext>
            </a:extLst>
          </p:cNvPr>
          <p:cNvSpPr>
            <a:spLocks noGrp="1"/>
          </p:cNvSpPr>
          <p:nvPr>
            <p:ph type="sldNum" sz="quarter" idx="12"/>
          </p:nvPr>
        </p:nvSpPr>
        <p:spPr/>
        <p:txBody>
          <a:bodyPr/>
          <a:lstStyle/>
          <a:p>
            <a:fld id="{0E04C5AB-05AB-4A8B-BC4F-217D67E2D19D}" type="slidenum">
              <a:rPr lang="en-001" smtClean="0"/>
              <a:t>‹#›</a:t>
            </a:fld>
            <a:endParaRPr lang="en-001"/>
          </a:p>
        </p:txBody>
      </p:sp>
    </p:spTree>
    <p:extLst>
      <p:ext uri="{BB962C8B-B14F-4D97-AF65-F5344CB8AC3E}">
        <p14:creationId xmlns:p14="http://schemas.microsoft.com/office/powerpoint/2010/main" val="2014684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F2F1C-CDCE-4B9D-972F-AD59CD1B81D2}"/>
              </a:ext>
            </a:extLst>
          </p:cNvPr>
          <p:cNvSpPr>
            <a:spLocks noGrp="1"/>
          </p:cNvSpPr>
          <p:nvPr>
            <p:ph type="title"/>
          </p:nvPr>
        </p:nvSpPr>
        <p:spPr/>
        <p:txBody>
          <a:bodyPr/>
          <a:lstStyle/>
          <a:p>
            <a:r>
              <a:rPr lang="en-US"/>
              <a:t>Click to edit Master title style</a:t>
            </a:r>
            <a:endParaRPr lang="en-001"/>
          </a:p>
        </p:txBody>
      </p:sp>
      <p:sp>
        <p:nvSpPr>
          <p:cNvPr id="3" name="Content Placeholder 2">
            <a:extLst>
              <a:ext uri="{FF2B5EF4-FFF2-40B4-BE49-F238E27FC236}">
                <a16:creationId xmlns:a16="http://schemas.microsoft.com/office/drawing/2014/main" id="{ED6770AB-77D1-41F4-BEA3-EC19B8D55D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01"/>
          </a:p>
        </p:txBody>
      </p:sp>
      <p:sp>
        <p:nvSpPr>
          <p:cNvPr id="4" name="Date Placeholder 3">
            <a:extLst>
              <a:ext uri="{FF2B5EF4-FFF2-40B4-BE49-F238E27FC236}">
                <a16:creationId xmlns:a16="http://schemas.microsoft.com/office/drawing/2014/main" id="{098B5645-7F0C-434E-9495-2FDB627BADF5}"/>
              </a:ext>
            </a:extLst>
          </p:cNvPr>
          <p:cNvSpPr>
            <a:spLocks noGrp="1"/>
          </p:cNvSpPr>
          <p:nvPr>
            <p:ph type="dt" sz="half" idx="10"/>
          </p:nvPr>
        </p:nvSpPr>
        <p:spPr/>
        <p:txBody>
          <a:bodyPr/>
          <a:lstStyle/>
          <a:p>
            <a:fld id="{879A20B3-C5FA-4FED-B365-CC7D1EAD6AE8}" type="datetimeFigureOut">
              <a:rPr lang="en-001" smtClean="0"/>
              <a:t>5/1/25</a:t>
            </a:fld>
            <a:endParaRPr lang="en-001"/>
          </a:p>
        </p:txBody>
      </p:sp>
      <p:sp>
        <p:nvSpPr>
          <p:cNvPr id="5" name="Footer Placeholder 4">
            <a:extLst>
              <a:ext uri="{FF2B5EF4-FFF2-40B4-BE49-F238E27FC236}">
                <a16:creationId xmlns:a16="http://schemas.microsoft.com/office/drawing/2014/main" id="{59899536-1515-4336-895B-66CE8DF2E9C1}"/>
              </a:ext>
            </a:extLst>
          </p:cNvPr>
          <p:cNvSpPr>
            <a:spLocks noGrp="1"/>
          </p:cNvSpPr>
          <p:nvPr>
            <p:ph type="ftr" sz="quarter" idx="11"/>
          </p:nvPr>
        </p:nvSpPr>
        <p:spPr/>
        <p:txBody>
          <a:bodyPr/>
          <a:lstStyle/>
          <a:p>
            <a:endParaRPr lang="en-001"/>
          </a:p>
        </p:txBody>
      </p:sp>
      <p:sp>
        <p:nvSpPr>
          <p:cNvPr id="6" name="Slide Number Placeholder 5">
            <a:extLst>
              <a:ext uri="{FF2B5EF4-FFF2-40B4-BE49-F238E27FC236}">
                <a16:creationId xmlns:a16="http://schemas.microsoft.com/office/drawing/2014/main" id="{104EF233-1F20-443B-8FC7-2D7F105443BA}"/>
              </a:ext>
            </a:extLst>
          </p:cNvPr>
          <p:cNvSpPr>
            <a:spLocks noGrp="1"/>
          </p:cNvSpPr>
          <p:nvPr>
            <p:ph type="sldNum" sz="quarter" idx="12"/>
          </p:nvPr>
        </p:nvSpPr>
        <p:spPr/>
        <p:txBody>
          <a:bodyPr/>
          <a:lstStyle/>
          <a:p>
            <a:fld id="{0E04C5AB-05AB-4A8B-BC4F-217D67E2D19D}" type="slidenum">
              <a:rPr lang="en-001" smtClean="0"/>
              <a:t>‹#›</a:t>
            </a:fld>
            <a:endParaRPr lang="en-001"/>
          </a:p>
        </p:txBody>
      </p:sp>
    </p:spTree>
    <p:extLst>
      <p:ext uri="{BB962C8B-B14F-4D97-AF65-F5344CB8AC3E}">
        <p14:creationId xmlns:p14="http://schemas.microsoft.com/office/powerpoint/2010/main" val="4237286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01E68-1D06-4621-820C-A848C0F4AE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001"/>
          </a:p>
        </p:txBody>
      </p:sp>
      <p:sp>
        <p:nvSpPr>
          <p:cNvPr id="3" name="Text Placeholder 2">
            <a:extLst>
              <a:ext uri="{FF2B5EF4-FFF2-40B4-BE49-F238E27FC236}">
                <a16:creationId xmlns:a16="http://schemas.microsoft.com/office/drawing/2014/main" id="{856B1444-9EAA-45D3-B4CF-DF94D98A2E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180BB36-9D57-438E-98EB-9253C3A06C41}"/>
              </a:ext>
            </a:extLst>
          </p:cNvPr>
          <p:cNvSpPr>
            <a:spLocks noGrp="1"/>
          </p:cNvSpPr>
          <p:nvPr>
            <p:ph type="dt" sz="half" idx="10"/>
          </p:nvPr>
        </p:nvSpPr>
        <p:spPr/>
        <p:txBody>
          <a:bodyPr/>
          <a:lstStyle/>
          <a:p>
            <a:fld id="{879A20B3-C5FA-4FED-B365-CC7D1EAD6AE8}" type="datetimeFigureOut">
              <a:rPr lang="en-001" smtClean="0"/>
              <a:t>5/1/25</a:t>
            </a:fld>
            <a:endParaRPr lang="en-001"/>
          </a:p>
        </p:txBody>
      </p:sp>
      <p:sp>
        <p:nvSpPr>
          <p:cNvPr id="5" name="Footer Placeholder 4">
            <a:extLst>
              <a:ext uri="{FF2B5EF4-FFF2-40B4-BE49-F238E27FC236}">
                <a16:creationId xmlns:a16="http://schemas.microsoft.com/office/drawing/2014/main" id="{6D8A5CAD-7227-42D8-95F5-BBC50DFD804E}"/>
              </a:ext>
            </a:extLst>
          </p:cNvPr>
          <p:cNvSpPr>
            <a:spLocks noGrp="1"/>
          </p:cNvSpPr>
          <p:nvPr>
            <p:ph type="ftr" sz="quarter" idx="11"/>
          </p:nvPr>
        </p:nvSpPr>
        <p:spPr/>
        <p:txBody>
          <a:bodyPr/>
          <a:lstStyle/>
          <a:p>
            <a:endParaRPr lang="en-001"/>
          </a:p>
        </p:txBody>
      </p:sp>
      <p:sp>
        <p:nvSpPr>
          <p:cNvPr id="6" name="Slide Number Placeholder 5">
            <a:extLst>
              <a:ext uri="{FF2B5EF4-FFF2-40B4-BE49-F238E27FC236}">
                <a16:creationId xmlns:a16="http://schemas.microsoft.com/office/drawing/2014/main" id="{60FAEB3B-CF09-4589-BFF7-0C2B384F1A33}"/>
              </a:ext>
            </a:extLst>
          </p:cNvPr>
          <p:cNvSpPr>
            <a:spLocks noGrp="1"/>
          </p:cNvSpPr>
          <p:nvPr>
            <p:ph type="sldNum" sz="quarter" idx="12"/>
          </p:nvPr>
        </p:nvSpPr>
        <p:spPr/>
        <p:txBody>
          <a:bodyPr/>
          <a:lstStyle/>
          <a:p>
            <a:fld id="{0E04C5AB-05AB-4A8B-BC4F-217D67E2D19D}" type="slidenum">
              <a:rPr lang="en-001" smtClean="0"/>
              <a:t>‹#›</a:t>
            </a:fld>
            <a:endParaRPr lang="en-001"/>
          </a:p>
        </p:txBody>
      </p:sp>
    </p:spTree>
    <p:extLst>
      <p:ext uri="{BB962C8B-B14F-4D97-AF65-F5344CB8AC3E}">
        <p14:creationId xmlns:p14="http://schemas.microsoft.com/office/powerpoint/2010/main" val="2285066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A9A91-B98F-43AA-BC91-3C007D3A7EBF}"/>
              </a:ext>
            </a:extLst>
          </p:cNvPr>
          <p:cNvSpPr>
            <a:spLocks noGrp="1"/>
          </p:cNvSpPr>
          <p:nvPr>
            <p:ph type="title"/>
          </p:nvPr>
        </p:nvSpPr>
        <p:spPr/>
        <p:txBody>
          <a:bodyPr/>
          <a:lstStyle/>
          <a:p>
            <a:r>
              <a:rPr lang="en-US"/>
              <a:t>Click to edit Master title style</a:t>
            </a:r>
            <a:endParaRPr lang="en-001"/>
          </a:p>
        </p:txBody>
      </p:sp>
      <p:sp>
        <p:nvSpPr>
          <p:cNvPr id="3" name="Content Placeholder 2">
            <a:extLst>
              <a:ext uri="{FF2B5EF4-FFF2-40B4-BE49-F238E27FC236}">
                <a16:creationId xmlns:a16="http://schemas.microsoft.com/office/drawing/2014/main" id="{5BA351FE-2ED2-444F-99D7-5B4286F91F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01"/>
          </a:p>
        </p:txBody>
      </p:sp>
      <p:sp>
        <p:nvSpPr>
          <p:cNvPr id="4" name="Content Placeholder 3">
            <a:extLst>
              <a:ext uri="{FF2B5EF4-FFF2-40B4-BE49-F238E27FC236}">
                <a16:creationId xmlns:a16="http://schemas.microsoft.com/office/drawing/2014/main" id="{DDDF072B-4E24-4E07-9655-9CAFB445B3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01"/>
          </a:p>
        </p:txBody>
      </p:sp>
      <p:sp>
        <p:nvSpPr>
          <p:cNvPr id="5" name="Date Placeholder 4">
            <a:extLst>
              <a:ext uri="{FF2B5EF4-FFF2-40B4-BE49-F238E27FC236}">
                <a16:creationId xmlns:a16="http://schemas.microsoft.com/office/drawing/2014/main" id="{13C15A50-5299-474E-875E-DA95B1727CFF}"/>
              </a:ext>
            </a:extLst>
          </p:cNvPr>
          <p:cNvSpPr>
            <a:spLocks noGrp="1"/>
          </p:cNvSpPr>
          <p:nvPr>
            <p:ph type="dt" sz="half" idx="10"/>
          </p:nvPr>
        </p:nvSpPr>
        <p:spPr/>
        <p:txBody>
          <a:bodyPr/>
          <a:lstStyle/>
          <a:p>
            <a:fld id="{879A20B3-C5FA-4FED-B365-CC7D1EAD6AE8}" type="datetimeFigureOut">
              <a:rPr lang="en-001" smtClean="0"/>
              <a:t>5/1/25</a:t>
            </a:fld>
            <a:endParaRPr lang="en-001"/>
          </a:p>
        </p:txBody>
      </p:sp>
      <p:sp>
        <p:nvSpPr>
          <p:cNvPr id="6" name="Footer Placeholder 5">
            <a:extLst>
              <a:ext uri="{FF2B5EF4-FFF2-40B4-BE49-F238E27FC236}">
                <a16:creationId xmlns:a16="http://schemas.microsoft.com/office/drawing/2014/main" id="{716F19BF-D588-43D6-AD40-C606FAD18597}"/>
              </a:ext>
            </a:extLst>
          </p:cNvPr>
          <p:cNvSpPr>
            <a:spLocks noGrp="1"/>
          </p:cNvSpPr>
          <p:nvPr>
            <p:ph type="ftr" sz="quarter" idx="11"/>
          </p:nvPr>
        </p:nvSpPr>
        <p:spPr/>
        <p:txBody>
          <a:bodyPr/>
          <a:lstStyle/>
          <a:p>
            <a:endParaRPr lang="en-001"/>
          </a:p>
        </p:txBody>
      </p:sp>
      <p:sp>
        <p:nvSpPr>
          <p:cNvPr id="7" name="Slide Number Placeholder 6">
            <a:extLst>
              <a:ext uri="{FF2B5EF4-FFF2-40B4-BE49-F238E27FC236}">
                <a16:creationId xmlns:a16="http://schemas.microsoft.com/office/drawing/2014/main" id="{33888583-1214-4A04-90C6-E496B8896A8B}"/>
              </a:ext>
            </a:extLst>
          </p:cNvPr>
          <p:cNvSpPr>
            <a:spLocks noGrp="1"/>
          </p:cNvSpPr>
          <p:nvPr>
            <p:ph type="sldNum" sz="quarter" idx="12"/>
          </p:nvPr>
        </p:nvSpPr>
        <p:spPr/>
        <p:txBody>
          <a:bodyPr/>
          <a:lstStyle/>
          <a:p>
            <a:fld id="{0E04C5AB-05AB-4A8B-BC4F-217D67E2D19D}" type="slidenum">
              <a:rPr lang="en-001" smtClean="0"/>
              <a:t>‹#›</a:t>
            </a:fld>
            <a:endParaRPr lang="en-001"/>
          </a:p>
        </p:txBody>
      </p:sp>
    </p:spTree>
    <p:extLst>
      <p:ext uri="{BB962C8B-B14F-4D97-AF65-F5344CB8AC3E}">
        <p14:creationId xmlns:p14="http://schemas.microsoft.com/office/powerpoint/2010/main" val="1669224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56751-5145-4FD7-929B-5A46F3DE4038}"/>
              </a:ext>
            </a:extLst>
          </p:cNvPr>
          <p:cNvSpPr>
            <a:spLocks noGrp="1"/>
          </p:cNvSpPr>
          <p:nvPr>
            <p:ph type="title"/>
          </p:nvPr>
        </p:nvSpPr>
        <p:spPr>
          <a:xfrm>
            <a:off x="839788" y="365125"/>
            <a:ext cx="10515600" cy="1325563"/>
          </a:xfrm>
        </p:spPr>
        <p:txBody>
          <a:bodyPr/>
          <a:lstStyle/>
          <a:p>
            <a:r>
              <a:rPr lang="en-US"/>
              <a:t>Click to edit Master title style</a:t>
            </a:r>
            <a:endParaRPr lang="en-001"/>
          </a:p>
        </p:txBody>
      </p:sp>
      <p:sp>
        <p:nvSpPr>
          <p:cNvPr id="3" name="Text Placeholder 2">
            <a:extLst>
              <a:ext uri="{FF2B5EF4-FFF2-40B4-BE49-F238E27FC236}">
                <a16:creationId xmlns:a16="http://schemas.microsoft.com/office/drawing/2014/main" id="{AA8FAA72-45EB-4BD1-B13C-AD174AE56A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D00798-F8E2-47AD-B3D6-CBE9AD6D73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01"/>
          </a:p>
        </p:txBody>
      </p:sp>
      <p:sp>
        <p:nvSpPr>
          <p:cNvPr id="5" name="Text Placeholder 4">
            <a:extLst>
              <a:ext uri="{FF2B5EF4-FFF2-40B4-BE49-F238E27FC236}">
                <a16:creationId xmlns:a16="http://schemas.microsoft.com/office/drawing/2014/main" id="{B87C0032-2989-40E2-A134-2C1E7B5742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80970D-1086-466C-AD37-E443497077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01"/>
          </a:p>
        </p:txBody>
      </p:sp>
      <p:sp>
        <p:nvSpPr>
          <p:cNvPr id="7" name="Date Placeholder 6">
            <a:extLst>
              <a:ext uri="{FF2B5EF4-FFF2-40B4-BE49-F238E27FC236}">
                <a16:creationId xmlns:a16="http://schemas.microsoft.com/office/drawing/2014/main" id="{70C64EEF-AA13-41D7-9AEA-D3971763850B}"/>
              </a:ext>
            </a:extLst>
          </p:cNvPr>
          <p:cNvSpPr>
            <a:spLocks noGrp="1"/>
          </p:cNvSpPr>
          <p:nvPr>
            <p:ph type="dt" sz="half" idx="10"/>
          </p:nvPr>
        </p:nvSpPr>
        <p:spPr/>
        <p:txBody>
          <a:bodyPr/>
          <a:lstStyle/>
          <a:p>
            <a:fld id="{879A20B3-C5FA-4FED-B365-CC7D1EAD6AE8}" type="datetimeFigureOut">
              <a:rPr lang="en-001" smtClean="0"/>
              <a:t>5/1/25</a:t>
            </a:fld>
            <a:endParaRPr lang="en-001"/>
          </a:p>
        </p:txBody>
      </p:sp>
      <p:sp>
        <p:nvSpPr>
          <p:cNvPr id="8" name="Footer Placeholder 7">
            <a:extLst>
              <a:ext uri="{FF2B5EF4-FFF2-40B4-BE49-F238E27FC236}">
                <a16:creationId xmlns:a16="http://schemas.microsoft.com/office/drawing/2014/main" id="{0F7C3BA8-922D-4391-9EC8-CD564B584E8A}"/>
              </a:ext>
            </a:extLst>
          </p:cNvPr>
          <p:cNvSpPr>
            <a:spLocks noGrp="1"/>
          </p:cNvSpPr>
          <p:nvPr>
            <p:ph type="ftr" sz="quarter" idx="11"/>
          </p:nvPr>
        </p:nvSpPr>
        <p:spPr/>
        <p:txBody>
          <a:bodyPr/>
          <a:lstStyle/>
          <a:p>
            <a:endParaRPr lang="en-001"/>
          </a:p>
        </p:txBody>
      </p:sp>
      <p:sp>
        <p:nvSpPr>
          <p:cNvPr id="9" name="Slide Number Placeholder 8">
            <a:extLst>
              <a:ext uri="{FF2B5EF4-FFF2-40B4-BE49-F238E27FC236}">
                <a16:creationId xmlns:a16="http://schemas.microsoft.com/office/drawing/2014/main" id="{201BD081-2825-4600-9DBA-45C97E3B2979}"/>
              </a:ext>
            </a:extLst>
          </p:cNvPr>
          <p:cNvSpPr>
            <a:spLocks noGrp="1"/>
          </p:cNvSpPr>
          <p:nvPr>
            <p:ph type="sldNum" sz="quarter" idx="12"/>
          </p:nvPr>
        </p:nvSpPr>
        <p:spPr/>
        <p:txBody>
          <a:bodyPr/>
          <a:lstStyle/>
          <a:p>
            <a:fld id="{0E04C5AB-05AB-4A8B-BC4F-217D67E2D19D}" type="slidenum">
              <a:rPr lang="en-001" smtClean="0"/>
              <a:t>‹#›</a:t>
            </a:fld>
            <a:endParaRPr lang="en-001"/>
          </a:p>
        </p:txBody>
      </p:sp>
    </p:spTree>
    <p:extLst>
      <p:ext uri="{BB962C8B-B14F-4D97-AF65-F5344CB8AC3E}">
        <p14:creationId xmlns:p14="http://schemas.microsoft.com/office/powerpoint/2010/main" val="434348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84D99-A789-4E8A-A3EF-A1F496003D7F}"/>
              </a:ext>
            </a:extLst>
          </p:cNvPr>
          <p:cNvSpPr>
            <a:spLocks noGrp="1"/>
          </p:cNvSpPr>
          <p:nvPr>
            <p:ph type="title"/>
          </p:nvPr>
        </p:nvSpPr>
        <p:spPr/>
        <p:txBody>
          <a:bodyPr/>
          <a:lstStyle/>
          <a:p>
            <a:r>
              <a:rPr lang="en-US"/>
              <a:t>Click to edit Master title style</a:t>
            </a:r>
            <a:endParaRPr lang="en-001"/>
          </a:p>
        </p:txBody>
      </p:sp>
      <p:sp>
        <p:nvSpPr>
          <p:cNvPr id="3" name="Date Placeholder 2">
            <a:extLst>
              <a:ext uri="{FF2B5EF4-FFF2-40B4-BE49-F238E27FC236}">
                <a16:creationId xmlns:a16="http://schemas.microsoft.com/office/drawing/2014/main" id="{49484265-44D4-4337-A30F-1663D9EE9C1F}"/>
              </a:ext>
            </a:extLst>
          </p:cNvPr>
          <p:cNvSpPr>
            <a:spLocks noGrp="1"/>
          </p:cNvSpPr>
          <p:nvPr>
            <p:ph type="dt" sz="half" idx="10"/>
          </p:nvPr>
        </p:nvSpPr>
        <p:spPr/>
        <p:txBody>
          <a:bodyPr/>
          <a:lstStyle/>
          <a:p>
            <a:fld id="{879A20B3-C5FA-4FED-B365-CC7D1EAD6AE8}" type="datetimeFigureOut">
              <a:rPr lang="en-001" smtClean="0"/>
              <a:t>5/1/25</a:t>
            </a:fld>
            <a:endParaRPr lang="en-001"/>
          </a:p>
        </p:txBody>
      </p:sp>
      <p:sp>
        <p:nvSpPr>
          <p:cNvPr id="4" name="Footer Placeholder 3">
            <a:extLst>
              <a:ext uri="{FF2B5EF4-FFF2-40B4-BE49-F238E27FC236}">
                <a16:creationId xmlns:a16="http://schemas.microsoft.com/office/drawing/2014/main" id="{FC2748B9-A95A-42EB-9F27-EA14CFB3213B}"/>
              </a:ext>
            </a:extLst>
          </p:cNvPr>
          <p:cNvSpPr>
            <a:spLocks noGrp="1"/>
          </p:cNvSpPr>
          <p:nvPr>
            <p:ph type="ftr" sz="quarter" idx="11"/>
          </p:nvPr>
        </p:nvSpPr>
        <p:spPr/>
        <p:txBody>
          <a:bodyPr/>
          <a:lstStyle/>
          <a:p>
            <a:endParaRPr lang="en-001"/>
          </a:p>
        </p:txBody>
      </p:sp>
      <p:sp>
        <p:nvSpPr>
          <p:cNvPr id="5" name="Slide Number Placeholder 4">
            <a:extLst>
              <a:ext uri="{FF2B5EF4-FFF2-40B4-BE49-F238E27FC236}">
                <a16:creationId xmlns:a16="http://schemas.microsoft.com/office/drawing/2014/main" id="{45D6C95F-E663-429F-BEAF-38D5494A85E6}"/>
              </a:ext>
            </a:extLst>
          </p:cNvPr>
          <p:cNvSpPr>
            <a:spLocks noGrp="1"/>
          </p:cNvSpPr>
          <p:nvPr>
            <p:ph type="sldNum" sz="quarter" idx="12"/>
          </p:nvPr>
        </p:nvSpPr>
        <p:spPr/>
        <p:txBody>
          <a:bodyPr/>
          <a:lstStyle/>
          <a:p>
            <a:fld id="{0E04C5AB-05AB-4A8B-BC4F-217D67E2D19D}" type="slidenum">
              <a:rPr lang="en-001" smtClean="0"/>
              <a:t>‹#›</a:t>
            </a:fld>
            <a:endParaRPr lang="en-001"/>
          </a:p>
        </p:txBody>
      </p:sp>
    </p:spTree>
    <p:extLst>
      <p:ext uri="{BB962C8B-B14F-4D97-AF65-F5344CB8AC3E}">
        <p14:creationId xmlns:p14="http://schemas.microsoft.com/office/powerpoint/2010/main" val="1121107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1AC135-93C6-43FE-AB7F-E5356D09BDD5}"/>
              </a:ext>
            </a:extLst>
          </p:cNvPr>
          <p:cNvSpPr>
            <a:spLocks noGrp="1"/>
          </p:cNvSpPr>
          <p:nvPr>
            <p:ph type="dt" sz="half" idx="10"/>
          </p:nvPr>
        </p:nvSpPr>
        <p:spPr/>
        <p:txBody>
          <a:bodyPr/>
          <a:lstStyle/>
          <a:p>
            <a:fld id="{879A20B3-C5FA-4FED-B365-CC7D1EAD6AE8}" type="datetimeFigureOut">
              <a:rPr lang="en-001" smtClean="0"/>
              <a:t>5/1/25</a:t>
            </a:fld>
            <a:endParaRPr lang="en-001"/>
          </a:p>
        </p:txBody>
      </p:sp>
      <p:sp>
        <p:nvSpPr>
          <p:cNvPr id="3" name="Footer Placeholder 2">
            <a:extLst>
              <a:ext uri="{FF2B5EF4-FFF2-40B4-BE49-F238E27FC236}">
                <a16:creationId xmlns:a16="http://schemas.microsoft.com/office/drawing/2014/main" id="{5AD17541-52C3-409B-9D32-8FA4642BCF0F}"/>
              </a:ext>
            </a:extLst>
          </p:cNvPr>
          <p:cNvSpPr>
            <a:spLocks noGrp="1"/>
          </p:cNvSpPr>
          <p:nvPr>
            <p:ph type="ftr" sz="quarter" idx="11"/>
          </p:nvPr>
        </p:nvSpPr>
        <p:spPr/>
        <p:txBody>
          <a:bodyPr/>
          <a:lstStyle/>
          <a:p>
            <a:endParaRPr lang="en-001"/>
          </a:p>
        </p:txBody>
      </p:sp>
      <p:sp>
        <p:nvSpPr>
          <p:cNvPr id="4" name="Slide Number Placeholder 3">
            <a:extLst>
              <a:ext uri="{FF2B5EF4-FFF2-40B4-BE49-F238E27FC236}">
                <a16:creationId xmlns:a16="http://schemas.microsoft.com/office/drawing/2014/main" id="{3C7F4CD4-8874-4F35-ABEA-EDA718CE9815}"/>
              </a:ext>
            </a:extLst>
          </p:cNvPr>
          <p:cNvSpPr>
            <a:spLocks noGrp="1"/>
          </p:cNvSpPr>
          <p:nvPr>
            <p:ph type="sldNum" sz="quarter" idx="12"/>
          </p:nvPr>
        </p:nvSpPr>
        <p:spPr/>
        <p:txBody>
          <a:bodyPr/>
          <a:lstStyle/>
          <a:p>
            <a:fld id="{0E04C5AB-05AB-4A8B-BC4F-217D67E2D19D}" type="slidenum">
              <a:rPr lang="en-001" smtClean="0"/>
              <a:t>‹#›</a:t>
            </a:fld>
            <a:endParaRPr lang="en-001"/>
          </a:p>
        </p:txBody>
      </p:sp>
    </p:spTree>
    <p:extLst>
      <p:ext uri="{BB962C8B-B14F-4D97-AF65-F5344CB8AC3E}">
        <p14:creationId xmlns:p14="http://schemas.microsoft.com/office/powerpoint/2010/main" val="1488526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A9CEF-D83E-4504-B8C2-925C71C66E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001"/>
          </a:p>
        </p:txBody>
      </p:sp>
      <p:sp>
        <p:nvSpPr>
          <p:cNvPr id="3" name="Content Placeholder 2">
            <a:extLst>
              <a:ext uri="{FF2B5EF4-FFF2-40B4-BE49-F238E27FC236}">
                <a16:creationId xmlns:a16="http://schemas.microsoft.com/office/drawing/2014/main" id="{14E53948-E998-4983-82C3-CEE1DBEB15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01"/>
          </a:p>
        </p:txBody>
      </p:sp>
      <p:sp>
        <p:nvSpPr>
          <p:cNvPr id="4" name="Text Placeholder 3">
            <a:extLst>
              <a:ext uri="{FF2B5EF4-FFF2-40B4-BE49-F238E27FC236}">
                <a16:creationId xmlns:a16="http://schemas.microsoft.com/office/drawing/2014/main" id="{DB8C9BEA-C551-4DC2-8E28-4F8C9D6721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1AC6E8-C72C-46FB-9361-2C0CBD2AF2E8}"/>
              </a:ext>
            </a:extLst>
          </p:cNvPr>
          <p:cNvSpPr>
            <a:spLocks noGrp="1"/>
          </p:cNvSpPr>
          <p:nvPr>
            <p:ph type="dt" sz="half" idx="10"/>
          </p:nvPr>
        </p:nvSpPr>
        <p:spPr/>
        <p:txBody>
          <a:bodyPr/>
          <a:lstStyle/>
          <a:p>
            <a:fld id="{879A20B3-C5FA-4FED-B365-CC7D1EAD6AE8}" type="datetimeFigureOut">
              <a:rPr lang="en-001" smtClean="0"/>
              <a:t>5/1/25</a:t>
            </a:fld>
            <a:endParaRPr lang="en-001"/>
          </a:p>
        </p:txBody>
      </p:sp>
      <p:sp>
        <p:nvSpPr>
          <p:cNvPr id="6" name="Footer Placeholder 5">
            <a:extLst>
              <a:ext uri="{FF2B5EF4-FFF2-40B4-BE49-F238E27FC236}">
                <a16:creationId xmlns:a16="http://schemas.microsoft.com/office/drawing/2014/main" id="{886DD233-C405-4503-AB3C-1322AE4536F5}"/>
              </a:ext>
            </a:extLst>
          </p:cNvPr>
          <p:cNvSpPr>
            <a:spLocks noGrp="1"/>
          </p:cNvSpPr>
          <p:nvPr>
            <p:ph type="ftr" sz="quarter" idx="11"/>
          </p:nvPr>
        </p:nvSpPr>
        <p:spPr/>
        <p:txBody>
          <a:bodyPr/>
          <a:lstStyle/>
          <a:p>
            <a:endParaRPr lang="en-001"/>
          </a:p>
        </p:txBody>
      </p:sp>
      <p:sp>
        <p:nvSpPr>
          <p:cNvPr id="7" name="Slide Number Placeholder 6">
            <a:extLst>
              <a:ext uri="{FF2B5EF4-FFF2-40B4-BE49-F238E27FC236}">
                <a16:creationId xmlns:a16="http://schemas.microsoft.com/office/drawing/2014/main" id="{C0EFFCAF-E726-4D94-8882-DEAC4082FA04}"/>
              </a:ext>
            </a:extLst>
          </p:cNvPr>
          <p:cNvSpPr>
            <a:spLocks noGrp="1"/>
          </p:cNvSpPr>
          <p:nvPr>
            <p:ph type="sldNum" sz="quarter" idx="12"/>
          </p:nvPr>
        </p:nvSpPr>
        <p:spPr/>
        <p:txBody>
          <a:bodyPr/>
          <a:lstStyle/>
          <a:p>
            <a:fld id="{0E04C5AB-05AB-4A8B-BC4F-217D67E2D19D}" type="slidenum">
              <a:rPr lang="en-001" smtClean="0"/>
              <a:t>‹#›</a:t>
            </a:fld>
            <a:endParaRPr lang="en-001"/>
          </a:p>
        </p:txBody>
      </p:sp>
    </p:spTree>
    <p:extLst>
      <p:ext uri="{BB962C8B-B14F-4D97-AF65-F5344CB8AC3E}">
        <p14:creationId xmlns:p14="http://schemas.microsoft.com/office/powerpoint/2010/main" val="1925578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129C5-E9DD-4DBE-B15C-47B291DDBC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001"/>
          </a:p>
        </p:txBody>
      </p:sp>
      <p:sp>
        <p:nvSpPr>
          <p:cNvPr id="3" name="Picture Placeholder 2">
            <a:extLst>
              <a:ext uri="{FF2B5EF4-FFF2-40B4-BE49-F238E27FC236}">
                <a16:creationId xmlns:a16="http://schemas.microsoft.com/office/drawing/2014/main" id="{4742D1B4-1FF5-44D7-B878-08B0D074F5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001"/>
          </a:p>
        </p:txBody>
      </p:sp>
      <p:sp>
        <p:nvSpPr>
          <p:cNvPr id="4" name="Text Placeholder 3">
            <a:extLst>
              <a:ext uri="{FF2B5EF4-FFF2-40B4-BE49-F238E27FC236}">
                <a16:creationId xmlns:a16="http://schemas.microsoft.com/office/drawing/2014/main" id="{D52BA441-BDCD-4C8E-80A1-EE137D7E1F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EC2C5D-D677-454F-873B-38030D1B36B3}"/>
              </a:ext>
            </a:extLst>
          </p:cNvPr>
          <p:cNvSpPr>
            <a:spLocks noGrp="1"/>
          </p:cNvSpPr>
          <p:nvPr>
            <p:ph type="dt" sz="half" idx="10"/>
          </p:nvPr>
        </p:nvSpPr>
        <p:spPr/>
        <p:txBody>
          <a:bodyPr/>
          <a:lstStyle/>
          <a:p>
            <a:fld id="{879A20B3-C5FA-4FED-B365-CC7D1EAD6AE8}" type="datetimeFigureOut">
              <a:rPr lang="en-001" smtClean="0"/>
              <a:t>5/1/25</a:t>
            </a:fld>
            <a:endParaRPr lang="en-001"/>
          </a:p>
        </p:txBody>
      </p:sp>
      <p:sp>
        <p:nvSpPr>
          <p:cNvPr id="6" name="Footer Placeholder 5">
            <a:extLst>
              <a:ext uri="{FF2B5EF4-FFF2-40B4-BE49-F238E27FC236}">
                <a16:creationId xmlns:a16="http://schemas.microsoft.com/office/drawing/2014/main" id="{565D3525-A687-4C45-BAC6-7A3C4C544A35}"/>
              </a:ext>
            </a:extLst>
          </p:cNvPr>
          <p:cNvSpPr>
            <a:spLocks noGrp="1"/>
          </p:cNvSpPr>
          <p:nvPr>
            <p:ph type="ftr" sz="quarter" idx="11"/>
          </p:nvPr>
        </p:nvSpPr>
        <p:spPr/>
        <p:txBody>
          <a:bodyPr/>
          <a:lstStyle/>
          <a:p>
            <a:endParaRPr lang="en-001"/>
          </a:p>
        </p:txBody>
      </p:sp>
      <p:sp>
        <p:nvSpPr>
          <p:cNvPr id="7" name="Slide Number Placeholder 6">
            <a:extLst>
              <a:ext uri="{FF2B5EF4-FFF2-40B4-BE49-F238E27FC236}">
                <a16:creationId xmlns:a16="http://schemas.microsoft.com/office/drawing/2014/main" id="{6D890C69-BCCF-4025-862B-E2CCEDEAB930}"/>
              </a:ext>
            </a:extLst>
          </p:cNvPr>
          <p:cNvSpPr>
            <a:spLocks noGrp="1"/>
          </p:cNvSpPr>
          <p:nvPr>
            <p:ph type="sldNum" sz="quarter" idx="12"/>
          </p:nvPr>
        </p:nvSpPr>
        <p:spPr/>
        <p:txBody>
          <a:bodyPr/>
          <a:lstStyle/>
          <a:p>
            <a:fld id="{0E04C5AB-05AB-4A8B-BC4F-217D67E2D19D}" type="slidenum">
              <a:rPr lang="en-001" smtClean="0"/>
              <a:t>‹#›</a:t>
            </a:fld>
            <a:endParaRPr lang="en-001"/>
          </a:p>
        </p:txBody>
      </p:sp>
    </p:spTree>
    <p:extLst>
      <p:ext uri="{BB962C8B-B14F-4D97-AF65-F5344CB8AC3E}">
        <p14:creationId xmlns:p14="http://schemas.microsoft.com/office/powerpoint/2010/main" val="1735937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5DA9-3604-4A11-B370-4F5B24064EFD}"/>
              </a:ext>
            </a:extLst>
          </p:cNvPr>
          <p:cNvSpPr>
            <a:spLocks noGrp="1"/>
          </p:cNvSpPr>
          <p:nvPr>
            <p:ph type="title"/>
          </p:nvPr>
        </p:nvSpPr>
        <p:spPr/>
        <p:txBody>
          <a:bodyPr/>
          <a:lstStyle/>
          <a:p>
            <a:r>
              <a:rPr lang="en-US"/>
              <a:t>Click to edit Master title style</a:t>
            </a:r>
            <a:endParaRPr lang="en-001"/>
          </a:p>
        </p:txBody>
      </p:sp>
      <p:sp>
        <p:nvSpPr>
          <p:cNvPr id="3" name="Vertical Text Placeholder 2">
            <a:extLst>
              <a:ext uri="{FF2B5EF4-FFF2-40B4-BE49-F238E27FC236}">
                <a16:creationId xmlns:a16="http://schemas.microsoft.com/office/drawing/2014/main" id="{B5F14579-A7E4-4B05-90FD-3EE71AE316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01"/>
          </a:p>
        </p:txBody>
      </p:sp>
      <p:sp>
        <p:nvSpPr>
          <p:cNvPr id="4" name="Date Placeholder 3">
            <a:extLst>
              <a:ext uri="{FF2B5EF4-FFF2-40B4-BE49-F238E27FC236}">
                <a16:creationId xmlns:a16="http://schemas.microsoft.com/office/drawing/2014/main" id="{43D37702-7EE1-44F9-8956-23298AB1170A}"/>
              </a:ext>
            </a:extLst>
          </p:cNvPr>
          <p:cNvSpPr>
            <a:spLocks noGrp="1"/>
          </p:cNvSpPr>
          <p:nvPr>
            <p:ph type="dt" sz="half" idx="10"/>
          </p:nvPr>
        </p:nvSpPr>
        <p:spPr/>
        <p:txBody>
          <a:bodyPr/>
          <a:lstStyle/>
          <a:p>
            <a:fld id="{879A20B3-C5FA-4FED-B365-CC7D1EAD6AE8}" type="datetimeFigureOut">
              <a:rPr lang="en-001" smtClean="0"/>
              <a:t>5/1/25</a:t>
            </a:fld>
            <a:endParaRPr lang="en-001"/>
          </a:p>
        </p:txBody>
      </p:sp>
      <p:sp>
        <p:nvSpPr>
          <p:cNvPr id="5" name="Footer Placeholder 4">
            <a:extLst>
              <a:ext uri="{FF2B5EF4-FFF2-40B4-BE49-F238E27FC236}">
                <a16:creationId xmlns:a16="http://schemas.microsoft.com/office/drawing/2014/main" id="{DAB16B1B-AAB8-48DC-A350-0FCD4D159A93}"/>
              </a:ext>
            </a:extLst>
          </p:cNvPr>
          <p:cNvSpPr>
            <a:spLocks noGrp="1"/>
          </p:cNvSpPr>
          <p:nvPr>
            <p:ph type="ftr" sz="quarter" idx="11"/>
          </p:nvPr>
        </p:nvSpPr>
        <p:spPr/>
        <p:txBody>
          <a:bodyPr/>
          <a:lstStyle/>
          <a:p>
            <a:endParaRPr lang="en-001"/>
          </a:p>
        </p:txBody>
      </p:sp>
      <p:sp>
        <p:nvSpPr>
          <p:cNvPr id="6" name="Slide Number Placeholder 5">
            <a:extLst>
              <a:ext uri="{FF2B5EF4-FFF2-40B4-BE49-F238E27FC236}">
                <a16:creationId xmlns:a16="http://schemas.microsoft.com/office/drawing/2014/main" id="{3472B628-8559-42D0-B899-A4D512E8450F}"/>
              </a:ext>
            </a:extLst>
          </p:cNvPr>
          <p:cNvSpPr>
            <a:spLocks noGrp="1"/>
          </p:cNvSpPr>
          <p:nvPr>
            <p:ph type="sldNum" sz="quarter" idx="12"/>
          </p:nvPr>
        </p:nvSpPr>
        <p:spPr/>
        <p:txBody>
          <a:bodyPr/>
          <a:lstStyle/>
          <a:p>
            <a:fld id="{0E04C5AB-05AB-4A8B-BC4F-217D67E2D19D}" type="slidenum">
              <a:rPr lang="en-001" smtClean="0"/>
              <a:t>‹#›</a:t>
            </a:fld>
            <a:endParaRPr lang="en-001"/>
          </a:p>
        </p:txBody>
      </p:sp>
    </p:spTree>
    <p:extLst>
      <p:ext uri="{BB962C8B-B14F-4D97-AF65-F5344CB8AC3E}">
        <p14:creationId xmlns:p14="http://schemas.microsoft.com/office/powerpoint/2010/main" val="2722873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95FDF5-BAB1-466F-BFE0-31E3253A855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001"/>
          </a:p>
        </p:txBody>
      </p:sp>
      <p:sp>
        <p:nvSpPr>
          <p:cNvPr id="3" name="Vertical Text Placeholder 2">
            <a:extLst>
              <a:ext uri="{FF2B5EF4-FFF2-40B4-BE49-F238E27FC236}">
                <a16:creationId xmlns:a16="http://schemas.microsoft.com/office/drawing/2014/main" id="{EBF1141E-22CC-4936-8026-63088F01F08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01"/>
          </a:p>
        </p:txBody>
      </p:sp>
      <p:sp>
        <p:nvSpPr>
          <p:cNvPr id="4" name="Date Placeholder 3">
            <a:extLst>
              <a:ext uri="{FF2B5EF4-FFF2-40B4-BE49-F238E27FC236}">
                <a16:creationId xmlns:a16="http://schemas.microsoft.com/office/drawing/2014/main" id="{BF45C60C-383C-439A-BC80-43600C965B7F}"/>
              </a:ext>
            </a:extLst>
          </p:cNvPr>
          <p:cNvSpPr>
            <a:spLocks noGrp="1"/>
          </p:cNvSpPr>
          <p:nvPr>
            <p:ph type="dt" sz="half" idx="10"/>
          </p:nvPr>
        </p:nvSpPr>
        <p:spPr/>
        <p:txBody>
          <a:bodyPr/>
          <a:lstStyle/>
          <a:p>
            <a:fld id="{879A20B3-C5FA-4FED-B365-CC7D1EAD6AE8}" type="datetimeFigureOut">
              <a:rPr lang="en-001" smtClean="0"/>
              <a:t>5/1/25</a:t>
            </a:fld>
            <a:endParaRPr lang="en-001"/>
          </a:p>
        </p:txBody>
      </p:sp>
      <p:sp>
        <p:nvSpPr>
          <p:cNvPr id="5" name="Footer Placeholder 4">
            <a:extLst>
              <a:ext uri="{FF2B5EF4-FFF2-40B4-BE49-F238E27FC236}">
                <a16:creationId xmlns:a16="http://schemas.microsoft.com/office/drawing/2014/main" id="{97EA71AB-D6AC-4167-8567-0E67E7513274}"/>
              </a:ext>
            </a:extLst>
          </p:cNvPr>
          <p:cNvSpPr>
            <a:spLocks noGrp="1"/>
          </p:cNvSpPr>
          <p:nvPr>
            <p:ph type="ftr" sz="quarter" idx="11"/>
          </p:nvPr>
        </p:nvSpPr>
        <p:spPr/>
        <p:txBody>
          <a:bodyPr/>
          <a:lstStyle/>
          <a:p>
            <a:endParaRPr lang="en-001"/>
          </a:p>
        </p:txBody>
      </p:sp>
      <p:sp>
        <p:nvSpPr>
          <p:cNvPr id="6" name="Slide Number Placeholder 5">
            <a:extLst>
              <a:ext uri="{FF2B5EF4-FFF2-40B4-BE49-F238E27FC236}">
                <a16:creationId xmlns:a16="http://schemas.microsoft.com/office/drawing/2014/main" id="{EF9A4394-FB28-4E43-8EC4-A4074052AF2D}"/>
              </a:ext>
            </a:extLst>
          </p:cNvPr>
          <p:cNvSpPr>
            <a:spLocks noGrp="1"/>
          </p:cNvSpPr>
          <p:nvPr>
            <p:ph type="sldNum" sz="quarter" idx="12"/>
          </p:nvPr>
        </p:nvSpPr>
        <p:spPr/>
        <p:txBody>
          <a:bodyPr/>
          <a:lstStyle/>
          <a:p>
            <a:fld id="{0E04C5AB-05AB-4A8B-BC4F-217D67E2D19D}" type="slidenum">
              <a:rPr lang="en-001" smtClean="0"/>
              <a:t>‹#›</a:t>
            </a:fld>
            <a:endParaRPr lang="en-001"/>
          </a:p>
        </p:txBody>
      </p:sp>
    </p:spTree>
    <p:extLst>
      <p:ext uri="{BB962C8B-B14F-4D97-AF65-F5344CB8AC3E}">
        <p14:creationId xmlns:p14="http://schemas.microsoft.com/office/powerpoint/2010/main" val="11574369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22DE37F-B1F7-CA99-94BE-898DDBAF5EAA}"/>
              </a:ext>
            </a:extLst>
          </p:cNvPr>
          <p:cNvSpPr/>
          <p:nvPr userDrawn="1"/>
        </p:nvSpPr>
        <p:spPr>
          <a:xfrm>
            <a:off x="0" y="6230983"/>
            <a:ext cx="12192000" cy="627018"/>
          </a:xfrm>
          <a:prstGeom prst="rect">
            <a:avLst/>
          </a:prstGeom>
          <a:solidFill>
            <a:srgbClr val="BF57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040D3F61-0BF9-6584-A408-5FEFD6A14468}"/>
              </a:ext>
            </a:extLst>
          </p:cNvPr>
          <p:cNvSpPr/>
          <p:nvPr userDrawn="1"/>
        </p:nvSpPr>
        <p:spPr>
          <a:xfrm>
            <a:off x="0" y="842389"/>
            <a:ext cx="12175031" cy="72000"/>
          </a:xfrm>
          <a:prstGeom prst="rect">
            <a:avLst/>
          </a:prstGeom>
          <a:gradFill flip="none" rotWithShape="1">
            <a:gsLst>
              <a:gs pos="0">
                <a:schemeClr val="bg1"/>
              </a:gs>
              <a:gs pos="86000">
                <a:srgbClr val="DE5800"/>
              </a:gs>
              <a:gs pos="100000">
                <a:schemeClr val="accent1">
                  <a:lumMod val="45000"/>
                  <a:lumOff val="55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9EFEE682-EE8E-A30C-92B3-DD7A861A80E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13800" y="122389"/>
            <a:ext cx="1280000" cy="720000"/>
          </a:xfrm>
          <a:prstGeom prst="rect">
            <a:avLst/>
          </a:prstGeom>
        </p:spPr>
      </p:pic>
      <p:sp>
        <p:nvSpPr>
          <p:cNvPr id="11" name="Title 1">
            <a:extLst>
              <a:ext uri="{FF2B5EF4-FFF2-40B4-BE49-F238E27FC236}">
                <a16:creationId xmlns:a16="http://schemas.microsoft.com/office/drawing/2014/main" id="{187F9068-3DB0-3895-35C9-A2582A603642}"/>
              </a:ext>
            </a:extLst>
          </p:cNvPr>
          <p:cNvSpPr>
            <a:spLocks noGrp="1"/>
          </p:cNvSpPr>
          <p:nvPr>
            <p:ph type="title"/>
          </p:nvPr>
        </p:nvSpPr>
        <p:spPr>
          <a:xfrm>
            <a:off x="198200" y="2420"/>
            <a:ext cx="10522828" cy="892170"/>
          </a:xfrm>
          <a:prstGeom prst="rect">
            <a:avLst/>
          </a:prstGeom>
        </p:spPr>
        <p:txBody>
          <a:bodyPr vert="horz" lIns="91440" tIns="45720" rIns="91440" bIns="45720" rtlCol="0" anchor="ctr">
            <a:normAutofit/>
          </a:bodyPr>
          <a:lstStyle>
            <a:lvl1pPr>
              <a:defRPr sz="3600">
                <a:latin typeface="Arial" panose="020B0604020202020204" pitchFamily="34" charset="0"/>
                <a:cs typeface="Arial" panose="020B0604020202020204" pitchFamily="34" charset="0"/>
              </a:defRPr>
            </a:lvl1pPr>
          </a:lstStyle>
          <a:p>
            <a:pPr>
              <a:lnSpc>
                <a:spcPct val="80000"/>
              </a:lnSpc>
            </a:pPr>
            <a:r>
              <a:rPr lang="en-US" altLang="en-US" sz="4000" dirty="0"/>
              <a:t>Click to edit</a:t>
            </a:r>
          </a:p>
        </p:txBody>
      </p:sp>
      <p:sp>
        <p:nvSpPr>
          <p:cNvPr id="12" name="Content Placeholder 2">
            <a:extLst>
              <a:ext uri="{FF2B5EF4-FFF2-40B4-BE49-F238E27FC236}">
                <a16:creationId xmlns:a16="http://schemas.microsoft.com/office/drawing/2014/main" id="{C9ACF3C9-00F4-011D-D77A-B42688A276BF}"/>
              </a:ext>
            </a:extLst>
          </p:cNvPr>
          <p:cNvSpPr>
            <a:spLocks noGrp="1"/>
          </p:cNvSpPr>
          <p:nvPr>
            <p:ph idx="4294967295" hasCustomPrompt="1"/>
          </p:nvPr>
        </p:nvSpPr>
        <p:spPr>
          <a:xfrm>
            <a:off x="829715" y="994393"/>
            <a:ext cx="10515600" cy="5190977"/>
          </a:xfrm>
          <a:prstGeom prst="rect">
            <a:avLst/>
          </a:prstGeom>
        </p:spPr>
        <p:txBody>
          <a:bodyPr>
            <a:normAutofit/>
          </a:bodyPr>
          <a:lstStyle>
            <a:lvl1pPr>
              <a:defRPr sz="2400">
                <a:latin typeface="Arial" panose="020B0604020202020204" pitchFamily="34" charset="0"/>
                <a:cs typeface="Arial" panose="020B0604020202020204" pitchFamily="34" charset="0"/>
              </a:defRPr>
            </a:lvl1pPr>
          </a:lstStyle>
          <a:p>
            <a:pPr marL="0" indent="0">
              <a:buNone/>
            </a:pPr>
            <a:r>
              <a:rPr lang="en-US" altLang="zh-CN" sz="2400" dirty="0"/>
              <a:t>Motivation:</a:t>
            </a:r>
            <a:endParaRPr lang="en-CA" altLang="zh-CN" sz="2400" dirty="0"/>
          </a:p>
          <a:p>
            <a:r>
              <a:rPr lang="en-US" altLang="zh-CN" sz="2000" dirty="0"/>
              <a:t>Learning Noah-MP</a:t>
            </a:r>
          </a:p>
          <a:p>
            <a:endParaRPr lang="en-US" altLang="zh-CN" sz="2000" dirty="0"/>
          </a:p>
          <a:p>
            <a:pPr marL="0" indent="0">
              <a:buNone/>
            </a:pPr>
            <a:r>
              <a:rPr lang="en-US" altLang="zh-CN" sz="2400" dirty="0"/>
              <a:t>Objective:</a:t>
            </a:r>
          </a:p>
          <a:p>
            <a:r>
              <a:rPr lang="en-US" altLang="zh-CN" sz="2000" dirty="0"/>
              <a:t>Know the basic code structure of the Noah-MP model</a:t>
            </a:r>
          </a:p>
        </p:txBody>
      </p:sp>
      <p:sp>
        <p:nvSpPr>
          <p:cNvPr id="16" name="Slide Number Placeholder 5">
            <a:extLst>
              <a:ext uri="{FF2B5EF4-FFF2-40B4-BE49-F238E27FC236}">
                <a16:creationId xmlns:a16="http://schemas.microsoft.com/office/drawing/2014/main" id="{35712DC1-8688-11E0-38E6-3B334ABF934B}"/>
              </a:ext>
            </a:extLst>
          </p:cNvPr>
          <p:cNvSpPr>
            <a:spLocks noGrp="1"/>
          </p:cNvSpPr>
          <p:nvPr>
            <p:ph type="sldNum" sz="quarter" idx="12"/>
          </p:nvPr>
        </p:nvSpPr>
        <p:spPr>
          <a:xfrm>
            <a:off x="8610600" y="6356350"/>
            <a:ext cx="2743200" cy="365125"/>
          </a:xfrm>
          <a:prstGeom prst="rect">
            <a:avLst/>
          </a:prstGeom>
        </p:spPr>
        <p:txBody>
          <a:bodyPr/>
          <a:lstStyle>
            <a:lvl1pPr>
              <a:defRPr>
                <a:solidFill>
                  <a:schemeClr val="bg1"/>
                </a:solidFill>
                <a:latin typeface="Arial" panose="020B0604020202020204" pitchFamily="34" charset="0"/>
                <a:cs typeface="Arial" panose="020B0604020202020204" pitchFamily="34" charset="0"/>
              </a:defRPr>
            </a:lvl1pPr>
          </a:lstStyle>
          <a:p>
            <a:fld id="{66CF1658-1EAF-46A5-A5D4-6278699F13B1}" type="slidenum">
              <a:rPr lang="en-US" smtClean="0"/>
              <a:pPr/>
              <a:t>‹#›</a:t>
            </a:fld>
            <a:endParaRPr lang="en-US"/>
          </a:p>
        </p:txBody>
      </p:sp>
    </p:spTree>
    <p:extLst>
      <p:ext uri="{BB962C8B-B14F-4D97-AF65-F5344CB8AC3E}">
        <p14:creationId xmlns:p14="http://schemas.microsoft.com/office/powerpoint/2010/main" val="2949184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C0FED9-94A7-4071-84ED-0185B13864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001"/>
          </a:p>
        </p:txBody>
      </p:sp>
      <p:sp>
        <p:nvSpPr>
          <p:cNvPr id="3" name="Text Placeholder 2">
            <a:extLst>
              <a:ext uri="{FF2B5EF4-FFF2-40B4-BE49-F238E27FC236}">
                <a16:creationId xmlns:a16="http://schemas.microsoft.com/office/drawing/2014/main" id="{DDEC98A8-0E19-4885-9822-56FA87D6B4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01"/>
          </a:p>
        </p:txBody>
      </p:sp>
      <p:sp>
        <p:nvSpPr>
          <p:cNvPr id="4" name="Date Placeholder 3">
            <a:extLst>
              <a:ext uri="{FF2B5EF4-FFF2-40B4-BE49-F238E27FC236}">
                <a16:creationId xmlns:a16="http://schemas.microsoft.com/office/drawing/2014/main" id="{6EA64C06-C890-41FA-9BF4-BF59E3C98E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9A20B3-C5FA-4FED-B365-CC7D1EAD6AE8}" type="datetimeFigureOut">
              <a:rPr lang="en-001" smtClean="0"/>
              <a:t>5/1/25</a:t>
            </a:fld>
            <a:endParaRPr lang="en-001"/>
          </a:p>
        </p:txBody>
      </p:sp>
      <p:sp>
        <p:nvSpPr>
          <p:cNvPr id="5" name="Footer Placeholder 4">
            <a:extLst>
              <a:ext uri="{FF2B5EF4-FFF2-40B4-BE49-F238E27FC236}">
                <a16:creationId xmlns:a16="http://schemas.microsoft.com/office/drawing/2014/main" id="{A6168CD8-53D5-4D44-898C-AC88426EE7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001"/>
          </a:p>
        </p:txBody>
      </p:sp>
      <p:sp>
        <p:nvSpPr>
          <p:cNvPr id="6" name="Slide Number Placeholder 5">
            <a:extLst>
              <a:ext uri="{FF2B5EF4-FFF2-40B4-BE49-F238E27FC236}">
                <a16:creationId xmlns:a16="http://schemas.microsoft.com/office/drawing/2014/main" id="{DB13D8E6-2A38-49A2-B7C2-B3D506FA09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04C5AB-05AB-4A8B-BC4F-217D67E2D19D}" type="slidenum">
              <a:rPr lang="en-001" smtClean="0"/>
              <a:t>‹#›</a:t>
            </a:fld>
            <a:endParaRPr lang="en-001"/>
          </a:p>
        </p:txBody>
      </p:sp>
    </p:spTree>
    <p:extLst>
      <p:ext uri="{BB962C8B-B14F-4D97-AF65-F5344CB8AC3E}">
        <p14:creationId xmlns:p14="http://schemas.microsoft.com/office/powerpoint/2010/main" val="4476827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001"/>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3CD28-E2C3-EDC7-BDBA-61D2B0A89CF4}"/>
            </a:ext>
          </a:extLst>
        </p:cNvPr>
        <p:cNvGrpSpPr/>
        <p:nvPr/>
      </p:nvGrpSpPr>
      <p:grpSpPr>
        <a:xfrm>
          <a:off x="0" y="0"/>
          <a:ext cx="0" cy="0"/>
          <a:chOff x="0" y="0"/>
          <a:chExt cx="0" cy="0"/>
        </a:xfrm>
      </p:grpSpPr>
      <p:pic>
        <p:nvPicPr>
          <p:cNvPr id="9" name="Picture 8" descr="A diagram of a system&#10;&#10;AI-generated content may be incorrect.">
            <a:extLst>
              <a:ext uri="{FF2B5EF4-FFF2-40B4-BE49-F238E27FC236}">
                <a16:creationId xmlns:a16="http://schemas.microsoft.com/office/drawing/2014/main" id="{349B0F45-ACB7-0EEB-7707-E1EAF26802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31604" y="1316536"/>
            <a:ext cx="3760396" cy="4130412"/>
          </a:xfrm>
          <a:prstGeom prst="rect">
            <a:avLst/>
          </a:prstGeom>
        </p:spPr>
      </p:pic>
      <p:sp>
        <p:nvSpPr>
          <p:cNvPr id="2" name="标题 1">
            <a:extLst>
              <a:ext uri="{FF2B5EF4-FFF2-40B4-BE49-F238E27FC236}">
                <a16:creationId xmlns:a16="http://schemas.microsoft.com/office/drawing/2014/main" id="{3F4EC6FC-63E4-3AC5-7122-58900DBAA96B}"/>
              </a:ext>
            </a:extLst>
          </p:cNvPr>
          <p:cNvSpPr>
            <a:spLocks noGrp="1"/>
          </p:cNvSpPr>
          <p:nvPr/>
        </p:nvSpPr>
        <p:spPr>
          <a:xfrm>
            <a:off x="1257935" y="262694"/>
            <a:ext cx="9676130" cy="685800"/>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3600" b="1" kern="1200">
                <a:solidFill>
                  <a:srgbClr val="012A65"/>
                </a:solidFill>
                <a:latin typeface="Times New Roman" panose="02020603050405020304" pitchFamily="18" charset="0"/>
                <a:ea typeface="微软雅黑" panose="020B0503020204020204" pitchFamily="34" charset="-122"/>
                <a:cs typeface="Times New Roman" panose="02020603050405020304" pitchFamily="18" charset="0"/>
              </a:defRPr>
            </a:lvl1pPr>
          </a:lstStyle>
          <a:p>
            <a:pPr>
              <a:lnSpc>
                <a:spcPct val="80000"/>
              </a:lnSpc>
            </a:pPr>
            <a:r>
              <a:rPr lang="en-US" altLang="zh-CN" sz="3200" dirty="0">
                <a:latin typeface="Arial" panose="020B0604020202020204" pitchFamily="34" charset="0"/>
                <a:ea typeface="Microsoft YaHei" panose="020B0503020204020204" pitchFamily="34" charset="-122"/>
                <a:cs typeface="Arial" panose="020B0604020202020204" pitchFamily="34" charset="0"/>
              </a:rPr>
              <a:t>“Big Leaf” vs. “Big Tree”:</a:t>
            </a:r>
          </a:p>
          <a:p>
            <a:pPr>
              <a:lnSpc>
                <a:spcPct val="80000"/>
              </a:lnSpc>
            </a:pPr>
            <a:r>
              <a:rPr lang="en-US" altLang="zh-CN" sz="3200" dirty="0">
                <a:latin typeface="Arial" panose="020B0604020202020204" pitchFamily="34" charset="0"/>
                <a:ea typeface="Microsoft YaHei" panose="020B0503020204020204" pitchFamily="34" charset="-122"/>
                <a:cs typeface="Arial" panose="020B0604020202020204" pitchFamily="34" charset="0"/>
              </a:rPr>
              <a:t>Does the Big Tree model better represent reality?</a:t>
            </a:r>
          </a:p>
        </p:txBody>
      </p:sp>
      <p:pic>
        <p:nvPicPr>
          <p:cNvPr id="3" name="Picture 2">
            <a:extLst>
              <a:ext uri="{FF2B5EF4-FFF2-40B4-BE49-F238E27FC236}">
                <a16:creationId xmlns:a16="http://schemas.microsoft.com/office/drawing/2014/main" id="{94957A16-BAF3-6F38-ABB1-68FBE6EC96EE}"/>
              </a:ext>
            </a:extLst>
          </p:cNvPr>
          <p:cNvPicPr>
            <a:picLocks noChangeAspect="1"/>
          </p:cNvPicPr>
          <p:nvPr/>
        </p:nvPicPr>
        <p:blipFill>
          <a:blip r:embed="rId4"/>
          <a:srcRect/>
          <a:stretch/>
        </p:blipFill>
        <p:spPr>
          <a:xfrm>
            <a:off x="1548108" y="1302490"/>
            <a:ext cx="4911557" cy="3477876"/>
          </a:xfrm>
          <a:prstGeom prst="rect">
            <a:avLst/>
          </a:prstGeom>
        </p:spPr>
      </p:pic>
      <p:sp>
        <p:nvSpPr>
          <p:cNvPr id="4" name="TextBox 3">
            <a:extLst>
              <a:ext uri="{FF2B5EF4-FFF2-40B4-BE49-F238E27FC236}">
                <a16:creationId xmlns:a16="http://schemas.microsoft.com/office/drawing/2014/main" id="{BFF6D389-FF08-4227-CB2B-37870C945800}"/>
              </a:ext>
            </a:extLst>
          </p:cNvPr>
          <p:cNvSpPr txBox="1"/>
          <p:nvPr/>
        </p:nvSpPr>
        <p:spPr>
          <a:xfrm>
            <a:off x="2699269" y="4729956"/>
            <a:ext cx="3760396" cy="430887"/>
          </a:xfrm>
          <a:prstGeom prst="rect">
            <a:avLst/>
          </a:prstGeom>
          <a:noFill/>
        </p:spPr>
        <p:txBody>
          <a:bodyPr wrap="square">
            <a:spAutoFit/>
          </a:bodyPr>
          <a:lstStyle/>
          <a:p>
            <a:r>
              <a:rPr lang="en-US" altLang="zh-CN" sz="1100" dirty="0">
                <a:latin typeface="Arial" panose="020B0604020202020204" pitchFamily="34" charset="0"/>
                <a:ea typeface="Microsoft YaHei" panose="020B0503020204020204" pitchFamily="34" charset="-122"/>
                <a:cs typeface="Arial" panose="020B0604020202020204" pitchFamily="34" charset="0"/>
              </a:rPr>
              <a:t>Difference between the “Big </a:t>
            </a:r>
            <a:r>
              <a:rPr lang="en-US" sz="1100" b="0" i="0" dirty="0">
                <a:effectLst/>
                <a:latin typeface="Arial" panose="020B0604020202020204" pitchFamily="34" charset="0"/>
                <a:ea typeface="Microsoft YaHei" panose="020B0503020204020204" pitchFamily="34" charset="-122"/>
                <a:cs typeface="Arial" panose="020B0604020202020204" pitchFamily="34" charset="0"/>
              </a:rPr>
              <a:t>leaf</a:t>
            </a:r>
            <a:r>
              <a:rPr lang="en-US" altLang="zh-CN" sz="1100" dirty="0">
                <a:latin typeface="Arial" panose="020B0604020202020204" pitchFamily="34" charset="0"/>
                <a:ea typeface="Microsoft YaHei" panose="020B0503020204020204" pitchFamily="34" charset="-122"/>
                <a:cs typeface="Arial" panose="020B0604020202020204" pitchFamily="34" charset="0"/>
              </a:rPr>
              <a:t>” and “Big tree” approach (extracted from Li et al., </a:t>
            </a:r>
            <a:r>
              <a:rPr lang="en-US" sz="1100" dirty="0">
                <a:latin typeface="Arial" panose="020B0604020202020204" pitchFamily="34" charset="0"/>
                <a:ea typeface="Microsoft YaHei" panose="020B0503020204020204" pitchFamily="34" charset="-122"/>
                <a:cs typeface="Arial" panose="020B0604020202020204" pitchFamily="34" charset="0"/>
              </a:rPr>
              <a:t>2021</a:t>
            </a:r>
            <a:r>
              <a:rPr lang="en-US" altLang="zh-CN" sz="1100" dirty="0">
                <a:latin typeface="Arial" panose="020B0604020202020204" pitchFamily="34" charset="0"/>
                <a:ea typeface="Microsoft YaHei" panose="020B0503020204020204" pitchFamily="34" charset="-122"/>
                <a:cs typeface="Arial" panose="020B0604020202020204" pitchFamily="34" charset="0"/>
              </a:rPr>
              <a:t>).</a:t>
            </a:r>
            <a:endParaRPr lang="en-US" sz="1100" dirty="0">
              <a:latin typeface="Arial" panose="020B0604020202020204" pitchFamily="34" charset="0"/>
              <a:ea typeface="Microsoft YaHei" panose="020B0503020204020204" pitchFamily="34" charset="-122"/>
              <a:cs typeface="Arial" panose="020B0604020202020204" pitchFamily="34" charset="0"/>
            </a:endParaRPr>
          </a:p>
        </p:txBody>
      </p:sp>
      <p:sp>
        <p:nvSpPr>
          <p:cNvPr id="7" name="TextBox 6">
            <a:extLst>
              <a:ext uri="{FF2B5EF4-FFF2-40B4-BE49-F238E27FC236}">
                <a16:creationId xmlns:a16="http://schemas.microsoft.com/office/drawing/2014/main" id="{3632D4E7-E919-FA2D-2EA6-BD84EFEA7906}"/>
              </a:ext>
            </a:extLst>
          </p:cNvPr>
          <p:cNvSpPr txBox="1"/>
          <p:nvPr/>
        </p:nvSpPr>
        <p:spPr>
          <a:xfrm>
            <a:off x="-1" y="1430015"/>
            <a:ext cx="2220847" cy="2585323"/>
          </a:xfrm>
          <a:prstGeom prst="rect">
            <a:avLst/>
          </a:prstGeom>
          <a:noFill/>
        </p:spPr>
        <p:txBody>
          <a:bodyPr wrap="square">
            <a:spAutoFit/>
          </a:bodyPr>
          <a:lstStyle/>
          <a:p>
            <a:r>
              <a:rPr kumimoji="0" lang="en-US" altLang="zh-CN" b="1" i="0" u="none" strike="noStrike" kern="1200" cap="none" spc="0" normalizeH="0" baseline="0" noProof="0" dirty="0">
                <a:ln>
                  <a:noFill/>
                </a:ln>
                <a:solidFill>
                  <a:prstClr val="black"/>
                </a:solidFill>
                <a:effectLst/>
                <a:uLnTx/>
                <a:uFillTx/>
                <a:latin typeface="Arial" panose="020B0604020202020204" pitchFamily="34" charset="0"/>
                <a:ea typeface="Microsoft YaHei" panose="020B0503020204020204" pitchFamily="34" charset="-122"/>
                <a:cs typeface="Arial" panose="020B0604020202020204" pitchFamily="34" charset="0"/>
              </a:rPr>
              <a:t>“Big Leaf”</a:t>
            </a:r>
          </a:p>
          <a:p>
            <a:r>
              <a:rPr lang="en-US" altLang="zh-CN" dirty="0">
                <a:latin typeface="Arial" panose="020B0604020202020204" pitchFamily="34" charset="0"/>
                <a:ea typeface="Microsoft YaHei" panose="020B0503020204020204" pitchFamily="34" charset="-122"/>
                <a:cs typeface="Arial" panose="020B0604020202020204" pitchFamily="34" charset="0"/>
              </a:rPr>
              <a:t>Soil moisture</a:t>
            </a:r>
            <a:endParaRPr lang="en-US" altLang="zh-CN" dirty="0">
              <a:latin typeface="Arial" panose="020B0604020202020204" pitchFamily="34" charset="0"/>
              <a:ea typeface="Microsoft YaHei" panose="020B0503020204020204" pitchFamily="34" charset="-122"/>
              <a:cs typeface="Arial" panose="020B0604020202020204" pitchFamily="34" charset="0"/>
              <a:sym typeface="Wingdings" pitchFamily="2" charset="2"/>
            </a:endParaRPr>
          </a:p>
          <a:p>
            <a:endParaRPr lang="en-US" altLang="zh-CN" dirty="0">
              <a:latin typeface="Arial" panose="020B0604020202020204" pitchFamily="34" charset="0"/>
              <a:ea typeface="Microsoft YaHei" panose="020B0503020204020204" pitchFamily="34" charset="-122"/>
              <a:cs typeface="Arial" panose="020B0604020202020204" pitchFamily="34" charset="0"/>
              <a:sym typeface="Wingdings" pitchFamily="2" charset="2"/>
            </a:endParaRPr>
          </a:p>
          <a:p>
            <a:r>
              <a:rPr lang="en-US" altLang="zh-CN" dirty="0">
                <a:latin typeface="Arial" panose="020B0604020202020204" pitchFamily="34" charset="0"/>
                <a:ea typeface="Microsoft YaHei" panose="020B0503020204020204" pitchFamily="34" charset="-122"/>
                <a:cs typeface="Arial" panose="020B0604020202020204" pitchFamily="34" charset="0"/>
                <a:sym typeface="Wingdings" pitchFamily="2" charset="2"/>
              </a:rPr>
              <a:t></a:t>
            </a:r>
          </a:p>
          <a:p>
            <a:r>
              <a:rPr lang="en-US" altLang="zh-CN" dirty="0">
                <a:latin typeface="Arial" panose="020B0604020202020204" pitchFamily="34" charset="0"/>
                <a:ea typeface="Microsoft YaHei" panose="020B0503020204020204" pitchFamily="34" charset="-122"/>
                <a:cs typeface="Arial" panose="020B0604020202020204" pitchFamily="34" charset="0"/>
              </a:rPr>
              <a:t>Carbon, water, energy simulations</a:t>
            </a:r>
          </a:p>
          <a:p>
            <a:endParaRPr lang="en-US" altLang="zh-CN" dirty="0">
              <a:latin typeface="Arial" panose="020B0604020202020204" pitchFamily="34" charset="0"/>
              <a:ea typeface="Microsoft YaHei" panose="020B0503020204020204" pitchFamily="34" charset="-122"/>
              <a:cs typeface="Arial" panose="020B0604020202020204" pitchFamily="34" charset="0"/>
              <a:sym typeface="Wingdings" pitchFamily="2" charset="2"/>
            </a:endParaRPr>
          </a:p>
          <a:p>
            <a:r>
              <a:rPr lang="en-US" altLang="zh-CN" dirty="0">
                <a:latin typeface="Arial" panose="020B0604020202020204" pitchFamily="34" charset="0"/>
                <a:ea typeface="Microsoft YaHei" panose="020B0503020204020204" pitchFamily="34" charset="-122"/>
                <a:cs typeface="Arial" panose="020B0604020202020204" pitchFamily="34" charset="0"/>
                <a:sym typeface="Wingdings" pitchFamily="2" charset="2"/>
              </a:rPr>
              <a:t></a:t>
            </a:r>
            <a:endParaRPr lang="en-US" altLang="zh-CN" dirty="0">
              <a:latin typeface="Arial" panose="020B0604020202020204" pitchFamily="34" charset="0"/>
              <a:ea typeface="Microsoft YaHei" panose="020B0503020204020204" pitchFamily="34" charset="-122"/>
              <a:cs typeface="Arial" panose="020B0604020202020204" pitchFamily="34" charset="0"/>
            </a:endParaRPr>
          </a:p>
          <a:p>
            <a:r>
              <a:rPr lang="en-US" altLang="zh-CN" dirty="0">
                <a:latin typeface="Arial" panose="020B0604020202020204" pitchFamily="34" charset="0"/>
                <a:ea typeface="Microsoft YaHei" panose="020B0503020204020204" pitchFamily="34" charset="-122"/>
                <a:cs typeface="Arial" panose="020B0604020202020204" pitchFamily="34" charset="0"/>
              </a:rPr>
              <a:t>Uncertainties</a:t>
            </a:r>
            <a:endParaRPr lang="en-US" dirty="0">
              <a:latin typeface="Arial" panose="020B0604020202020204" pitchFamily="34" charset="0"/>
              <a:ea typeface="Microsoft YaHei" panose="020B0503020204020204" pitchFamily="34" charset="-122"/>
              <a:cs typeface="Arial" panose="020B0604020202020204" pitchFamily="34" charset="0"/>
            </a:endParaRPr>
          </a:p>
        </p:txBody>
      </p:sp>
      <p:sp>
        <p:nvSpPr>
          <p:cNvPr id="11" name="TextBox 10">
            <a:extLst>
              <a:ext uri="{FF2B5EF4-FFF2-40B4-BE49-F238E27FC236}">
                <a16:creationId xmlns:a16="http://schemas.microsoft.com/office/drawing/2014/main" id="{381D9BEE-E559-FBBC-B85D-34F6BFEAD905}"/>
              </a:ext>
            </a:extLst>
          </p:cNvPr>
          <p:cNvSpPr txBox="1"/>
          <p:nvPr/>
        </p:nvSpPr>
        <p:spPr>
          <a:xfrm>
            <a:off x="6499820" y="1430015"/>
            <a:ext cx="2368410" cy="3416320"/>
          </a:xfrm>
          <a:prstGeom prst="rect">
            <a:avLst/>
          </a:prstGeom>
          <a:noFill/>
        </p:spPr>
        <p:txBody>
          <a:bodyPr wrap="square">
            <a:spAutoFit/>
          </a:bodyPr>
          <a:lstStyle/>
          <a:p>
            <a:r>
              <a:rPr kumimoji="0" lang="en-US" altLang="zh-CN" b="1" i="0" u="none" strike="noStrike" kern="1200" cap="none" spc="0" normalizeH="0" baseline="0" noProof="0" dirty="0">
                <a:ln>
                  <a:noFill/>
                </a:ln>
                <a:solidFill>
                  <a:prstClr val="black"/>
                </a:solidFill>
                <a:effectLst/>
                <a:uLnTx/>
                <a:uFillTx/>
                <a:latin typeface="Arial" panose="020B0604020202020204" pitchFamily="34" charset="0"/>
                <a:ea typeface="Microsoft YaHei" panose="020B0503020204020204" pitchFamily="34" charset="-122"/>
                <a:cs typeface="Arial" panose="020B0604020202020204" pitchFamily="34" charset="0"/>
              </a:rPr>
              <a:t>“Big Tree”</a:t>
            </a:r>
          </a:p>
          <a:p>
            <a:endParaRPr lang="en-US" altLang="zh-CN" dirty="0">
              <a:latin typeface="Arial" panose="020B0604020202020204" pitchFamily="34" charset="0"/>
              <a:ea typeface="Microsoft YaHei" panose="020B0503020204020204" pitchFamily="34" charset="-122"/>
              <a:cs typeface="Arial" panose="020B0604020202020204" pitchFamily="34" charset="0"/>
            </a:endParaRPr>
          </a:p>
          <a:p>
            <a:r>
              <a:rPr lang="en-US" altLang="zh-CN" dirty="0">
                <a:latin typeface="Arial" panose="020B0604020202020204" pitchFamily="34" charset="0"/>
                <a:ea typeface="Microsoft YaHei" panose="020B0503020204020204" pitchFamily="34" charset="-122"/>
                <a:cs typeface="Arial" panose="020B0604020202020204" pitchFamily="34" charset="0"/>
              </a:rPr>
              <a:t>Soil moisture</a:t>
            </a:r>
          </a:p>
          <a:p>
            <a:r>
              <a:rPr lang="en-US" altLang="zh-CN" b="1" dirty="0">
                <a:latin typeface="Arial" panose="020B0604020202020204" pitchFamily="34" charset="0"/>
                <a:ea typeface="Microsoft YaHei" panose="020B0503020204020204" pitchFamily="34" charset="-122"/>
                <a:cs typeface="Arial" panose="020B0604020202020204" pitchFamily="34" charset="0"/>
              </a:rPr>
              <a:t>&lt;add&gt; whole-plant hydraulics</a:t>
            </a:r>
            <a:endParaRPr lang="en-US" altLang="zh-CN" b="1" dirty="0">
              <a:latin typeface="Arial" panose="020B0604020202020204" pitchFamily="34" charset="0"/>
              <a:ea typeface="Microsoft YaHei" panose="020B0503020204020204" pitchFamily="34" charset="-122"/>
              <a:cs typeface="Arial" panose="020B0604020202020204" pitchFamily="34" charset="0"/>
              <a:sym typeface="Wingdings" pitchFamily="2" charset="2"/>
            </a:endParaRPr>
          </a:p>
          <a:p>
            <a:r>
              <a:rPr lang="en-US" altLang="zh-CN" dirty="0">
                <a:latin typeface="Arial" panose="020B0604020202020204" pitchFamily="34" charset="0"/>
                <a:ea typeface="Microsoft YaHei" panose="020B0503020204020204" pitchFamily="34" charset="-122"/>
                <a:cs typeface="Arial" panose="020B0604020202020204" pitchFamily="34" charset="0"/>
                <a:sym typeface="Wingdings" pitchFamily="2" charset="2"/>
              </a:rPr>
              <a:t></a:t>
            </a:r>
          </a:p>
          <a:p>
            <a:r>
              <a:rPr lang="en-US" altLang="zh-CN" dirty="0">
                <a:latin typeface="Arial" panose="020B0604020202020204" pitchFamily="34" charset="0"/>
                <a:ea typeface="Microsoft YaHei" panose="020B0503020204020204" pitchFamily="34" charset="-122"/>
                <a:cs typeface="Arial" panose="020B0604020202020204" pitchFamily="34" charset="0"/>
              </a:rPr>
              <a:t>Carbon, water, energy simulations</a:t>
            </a:r>
          </a:p>
          <a:p>
            <a:endParaRPr lang="en-US" altLang="zh-CN" dirty="0">
              <a:latin typeface="Arial" panose="020B0604020202020204" pitchFamily="34" charset="0"/>
              <a:ea typeface="Microsoft YaHei" panose="020B0503020204020204" pitchFamily="34" charset="-122"/>
              <a:cs typeface="Arial" panose="020B0604020202020204" pitchFamily="34" charset="0"/>
              <a:sym typeface="Wingdings" pitchFamily="2" charset="2"/>
            </a:endParaRPr>
          </a:p>
          <a:p>
            <a:r>
              <a:rPr lang="en-US" altLang="zh-CN" dirty="0">
                <a:latin typeface="Arial" panose="020B0604020202020204" pitchFamily="34" charset="0"/>
                <a:ea typeface="Microsoft YaHei" panose="020B0503020204020204" pitchFamily="34" charset="-122"/>
                <a:cs typeface="Arial" panose="020B0604020202020204" pitchFamily="34" charset="0"/>
                <a:sym typeface="Wingdings" pitchFamily="2" charset="2"/>
              </a:rPr>
              <a:t></a:t>
            </a:r>
            <a:endParaRPr lang="en-US" altLang="zh-CN" dirty="0">
              <a:latin typeface="Arial" panose="020B0604020202020204" pitchFamily="34" charset="0"/>
              <a:ea typeface="Microsoft YaHei" panose="020B0503020204020204" pitchFamily="34" charset="-122"/>
              <a:cs typeface="Arial" panose="020B0604020202020204" pitchFamily="34" charset="0"/>
            </a:endParaRPr>
          </a:p>
          <a:p>
            <a:r>
              <a:rPr lang="en-US" altLang="zh-CN" b="1" dirty="0">
                <a:latin typeface="Arial" panose="020B0604020202020204" pitchFamily="34" charset="0"/>
                <a:ea typeface="Microsoft YaHei" panose="020B0503020204020204" pitchFamily="34" charset="-122"/>
                <a:cs typeface="Arial" panose="020B0604020202020204" pitchFamily="34" charset="0"/>
              </a:rPr>
              <a:t>Uncertainties expect to reduce</a:t>
            </a:r>
            <a:endParaRPr lang="en-US" b="1" dirty="0">
              <a:latin typeface="Arial" panose="020B0604020202020204" pitchFamily="34" charset="0"/>
              <a:ea typeface="Microsoft YaHei" panose="020B0503020204020204" pitchFamily="34" charset="-122"/>
              <a:cs typeface="Arial" panose="020B0604020202020204" pitchFamily="34" charset="0"/>
            </a:endParaRPr>
          </a:p>
        </p:txBody>
      </p:sp>
      <p:sp>
        <p:nvSpPr>
          <p:cNvPr id="5" name="TextBox 4">
            <a:extLst>
              <a:ext uri="{FF2B5EF4-FFF2-40B4-BE49-F238E27FC236}">
                <a16:creationId xmlns:a16="http://schemas.microsoft.com/office/drawing/2014/main" id="{9AB6ADAD-0FA3-8E6F-D974-9BBBE8C25460}"/>
              </a:ext>
            </a:extLst>
          </p:cNvPr>
          <p:cNvSpPr txBox="1"/>
          <p:nvPr/>
        </p:nvSpPr>
        <p:spPr>
          <a:xfrm>
            <a:off x="0" y="5031448"/>
            <a:ext cx="2220847" cy="830997"/>
          </a:xfrm>
          <a:prstGeom prst="rect">
            <a:avLst/>
          </a:prstGeom>
          <a:noFill/>
        </p:spPr>
        <p:txBody>
          <a:bodyPr wrap="square">
            <a:sp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b="0" i="0" u="none" strike="noStrike" kern="1200" cap="none" spc="0" normalizeH="0" baseline="0" noProof="0" dirty="0">
                <a:ln>
                  <a:noFill/>
                </a:ln>
                <a:solidFill>
                  <a:prstClr val="black"/>
                </a:solidFill>
                <a:effectLst/>
                <a:uLnTx/>
                <a:uFillTx/>
                <a:latin typeface="Arial" panose="020B0604020202020204" pitchFamily="34" charset="0"/>
                <a:ea typeface="Microsoft YaHei" panose="020B0503020204020204" pitchFamily="34" charset="-122"/>
                <a:cs typeface="Arial" panose="020B0604020202020204" pitchFamily="34" charset="0"/>
              </a:rPr>
              <a:t>Most land surface models, e.g.,</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Microsoft YaHei" panose="020B0503020204020204" pitchFamily="34" charset="-122"/>
                <a:cs typeface="Arial" panose="020B0604020202020204" pitchFamily="34" charset="0"/>
              </a:rPr>
              <a:t>Noah-MP</a:t>
            </a:r>
          </a:p>
        </p:txBody>
      </p:sp>
      <p:sp>
        <p:nvSpPr>
          <p:cNvPr id="8" name="Slide Number Placeholder 5">
            <a:extLst>
              <a:ext uri="{FF2B5EF4-FFF2-40B4-BE49-F238E27FC236}">
                <a16:creationId xmlns:a16="http://schemas.microsoft.com/office/drawing/2014/main" id="{C0E2EFAD-0851-2E31-6232-E0952F3951C8}"/>
              </a:ext>
            </a:extLst>
          </p:cNvPr>
          <p:cNvSpPr>
            <a:spLocks noGrp="1"/>
          </p:cNvSpPr>
          <p:nvPr>
            <p:ph type="sldNum" sz="quarter" idx="12"/>
          </p:nvPr>
        </p:nvSpPr>
        <p:spPr>
          <a:xfrm>
            <a:off x="8610600" y="6356350"/>
            <a:ext cx="2743200" cy="365125"/>
          </a:xfrm>
        </p:spPr>
        <p:txBody>
          <a:bodyPr/>
          <a:lstStyle/>
          <a:p>
            <a:fld id="{565CE74E-AB26-4998-AD42-012C4C1AD076}" type="slidenum">
              <a:rPr lang="zh-CN" altLang="en-US" smtClean="0"/>
              <a:t>1</a:t>
            </a:fld>
            <a:endParaRPr lang="zh-CN" altLang="en-US" dirty="0"/>
          </a:p>
        </p:txBody>
      </p:sp>
      <p:sp>
        <p:nvSpPr>
          <p:cNvPr id="13" name="TextBox 12">
            <a:extLst>
              <a:ext uri="{FF2B5EF4-FFF2-40B4-BE49-F238E27FC236}">
                <a16:creationId xmlns:a16="http://schemas.microsoft.com/office/drawing/2014/main" id="{C8278EA7-9AB5-34AE-1F49-83730CACE8CA}"/>
              </a:ext>
            </a:extLst>
          </p:cNvPr>
          <p:cNvSpPr txBox="1"/>
          <p:nvPr/>
        </p:nvSpPr>
        <p:spPr>
          <a:xfrm>
            <a:off x="6499819" y="5031449"/>
            <a:ext cx="2220847" cy="830997"/>
          </a:xfrm>
          <a:prstGeom prst="rect">
            <a:avLst/>
          </a:prstGeom>
          <a:noFill/>
        </p:spPr>
        <p:txBody>
          <a:bodyPr wrap="square">
            <a:sp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b="0" i="0" u="none" strike="noStrike" kern="1200" cap="none" spc="0" normalizeH="0" baseline="0" noProof="0" dirty="0">
                <a:ln>
                  <a:noFill/>
                </a:ln>
                <a:solidFill>
                  <a:prstClr val="black"/>
                </a:solidFill>
                <a:effectLst/>
                <a:uLnTx/>
                <a:uFillTx/>
                <a:latin typeface="Arial" panose="020B0604020202020204" pitchFamily="34" charset="0"/>
                <a:ea typeface="Microsoft YaHei" panose="020B0503020204020204" pitchFamily="34" charset="-122"/>
                <a:cs typeface="Arial" panose="020B0604020202020204" pitchFamily="34" charset="0"/>
              </a:rPr>
              <a:t>New land surface models, e.g.,</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srgbClr val="FF0000"/>
                </a:solidFill>
                <a:effectLst/>
                <a:uLnTx/>
                <a:uFillTx/>
                <a:latin typeface="Arial" panose="020B0604020202020204" pitchFamily="34" charset="0"/>
                <a:ea typeface="Microsoft YaHei" panose="020B0503020204020204" pitchFamily="34" charset="-122"/>
                <a:cs typeface="Arial" panose="020B0604020202020204" pitchFamily="34" charset="0"/>
              </a:rPr>
              <a:t>Noah-MP-PHS</a:t>
            </a:r>
          </a:p>
        </p:txBody>
      </p:sp>
    </p:spTree>
    <p:extLst>
      <p:ext uri="{BB962C8B-B14F-4D97-AF65-F5344CB8AC3E}">
        <p14:creationId xmlns:p14="http://schemas.microsoft.com/office/powerpoint/2010/main" val="19035558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1113</TotalTime>
  <Words>704</Words>
  <Application>Microsoft Macintosh PowerPoint</Application>
  <PresentationFormat>Widescreen</PresentationFormat>
  <Paragraphs>63</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Koutian</dc:creator>
  <cp:lastModifiedBy>Koutian Wu</cp:lastModifiedBy>
  <cp:revision>23</cp:revision>
  <dcterms:created xsi:type="dcterms:W3CDTF">2024-08-21T15:19:40Z</dcterms:created>
  <dcterms:modified xsi:type="dcterms:W3CDTF">2025-05-02T18:18:15Z</dcterms:modified>
</cp:coreProperties>
</file>